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6" r:id="rId1"/>
    <p:sldMasterId id="2147483676" r:id="rId2"/>
  </p:sldMasterIdLst>
  <p:notesMasterIdLst>
    <p:notesMasterId r:id="rId32"/>
  </p:notesMasterIdLst>
  <p:handoutMasterIdLst>
    <p:handoutMasterId r:id="rId33"/>
  </p:handoutMasterIdLst>
  <p:sldIdLst>
    <p:sldId id="256" r:id="rId3"/>
    <p:sldId id="369" r:id="rId4"/>
    <p:sldId id="366" r:id="rId5"/>
    <p:sldId id="382" r:id="rId6"/>
    <p:sldId id="257" r:id="rId7"/>
    <p:sldId id="293" r:id="rId8"/>
    <p:sldId id="379" r:id="rId9"/>
    <p:sldId id="380" r:id="rId10"/>
    <p:sldId id="294" r:id="rId11"/>
    <p:sldId id="296" r:id="rId12"/>
    <p:sldId id="297" r:id="rId13"/>
    <p:sldId id="298" r:id="rId14"/>
    <p:sldId id="263" r:id="rId15"/>
    <p:sldId id="393" r:id="rId16"/>
    <p:sldId id="378" r:id="rId17"/>
    <p:sldId id="377" r:id="rId18"/>
    <p:sldId id="266" r:id="rId19"/>
    <p:sldId id="267" r:id="rId20"/>
    <p:sldId id="268" r:id="rId21"/>
    <p:sldId id="269" r:id="rId22"/>
    <p:sldId id="381" r:id="rId23"/>
    <p:sldId id="271" r:id="rId24"/>
    <p:sldId id="272" r:id="rId25"/>
    <p:sldId id="383" r:id="rId26"/>
    <p:sldId id="264" r:id="rId27"/>
    <p:sldId id="394" r:id="rId28"/>
    <p:sldId id="370" r:id="rId29"/>
    <p:sldId id="259" r:id="rId30"/>
    <p:sldId id="270" r:id="rId31"/>
  </p:sldIdLst>
  <p:sldSz cx="12192000" cy="6858000"/>
  <p:notesSz cx="6858000" cy="9144000"/>
  <p:embeddedFontLst>
    <p:embeddedFont>
      <p:font typeface="Century Gothic" panose="020B0502020202020204" pitchFamily="34" charset="0"/>
      <p:regular r:id="rId34"/>
      <p:bold r:id="rId35"/>
      <p:italic r:id="rId36"/>
      <p:boldItalic r:id="rId37"/>
    </p:embeddedFont>
    <p:embeddedFont>
      <p:font typeface="Play" pitchFamily="2" charset="0"/>
      <p:regular r:id="rId38"/>
      <p:bold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General" id="{955B2512-A0E9-004C-A974-F37B9108860F}">
          <p14:sldIdLst>
            <p14:sldId id="256"/>
            <p14:sldId id="369"/>
            <p14:sldId id="366"/>
            <p14:sldId id="382"/>
            <p14:sldId id="257"/>
            <p14:sldId id="293"/>
            <p14:sldId id="379"/>
            <p14:sldId id="380"/>
            <p14:sldId id="294"/>
            <p14:sldId id="296"/>
            <p14:sldId id="297"/>
            <p14:sldId id="298"/>
            <p14:sldId id="263"/>
            <p14:sldId id="393"/>
            <p14:sldId id="378"/>
            <p14:sldId id="377"/>
            <p14:sldId id="266"/>
            <p14:sldId id="267"/>
            <p14:sldId id="268"/>
            <p14:sldId id="269"/>
            <p14:sldId id="381"/>
            <p14:sldId id="271"/>
            <p14:sldId id="272"/>
            <p14:sldId id="383"/>
            <p14:sldId id="264"/>
            <p14:sldId id="394"/>
            <p14:sldId id="370"/>
            <p14:sldId id="259"/>
            <p14:sldId id="270"/>
          </p14:sldIdLst>
        </p14:section>
        <p14:section name="Features" id="{B6C2DFD3-F7BC-E445-8136-6E30FB47F7B9}">
          <p14:sldIdLst/>
        </p14:section>
        <p14:section name="Template examples" id="{899405CC-6E1E-4C49-BD4C-AAB5EBF028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gBjwdw4Z9xz+EjAItyouivSXpbzw=="/>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983FF"/>
    <a:srgbClr val="0432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799"/>
    <p:restoredTop sz="87319"/>
  </p:normalViewPr>
  <p:slideViewPr>
    <p:cSldViewPr snapToGrid="0">
      <p:cViewPr varScale="1">
        <p:scale>
          <a:sx n="80" d="100"/>
          <a:sy n="80" d="100"/>
        </p:scale>
        <p:origin x="216" y="944"/>
      </p:cViewPr>
      <p:guideLst/>
    </p:cSldViewPr>
  </p:slideViewPr>
  <p:notesTextViewPr>
    <p:cViewPr>
      <p:scale>
        <a:sx n="1" d="1"/>
        <a:sy n="1" d="1"/>
      </p:scale>
      <p:origin x="0" y="0"/>
    </p:cViewPr>
  </p:notesTextViewPr>
  <p:notesViewPr>
    <p:cSldViewPr snapToGrid="0">
      <p:cViewPr varScale="1">
        <p:scale>
          <a:sx n="100" d="100"/>
          <a:sy n="100" d="100"/>
        </p:scale>
        <p:origin x="3688" y="1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6.fntdata"/><Relationship Id="rId21" Type="http://schemas.openxmlformats.org/officeDocument/2006/relationships/slide" Target="slides/slide19.xml"/><Relationship Id="rId34" Type="http://schemas.openxmlformats.org/officeDocument/2006/relationships/font" Target="fonts/font1.fnt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openxmlformats.org/officeDocument/2006/relationships/font" Target="fonts/font4.fntdata"/><Relationship Id="rId58"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3.fntdata"/><Relationship Id="rId57"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6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2.fntdata"/><Relationship Id="rId56" Type="http://customschemas.google.com/relationships/presentationmetadata" Target="metadata"/><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handoutMaster" Target="handoutMasters/handoutMaster1.xml"/><Relationship Id="rId38" Type="http://schemas.openxmlformats.org/officeDocument/2006/relationships/font" Target="fonts/font5.fntdata"/><Relationship Id="rId59"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100" b="0" i="0" u="none" strike="noStrike">
                <a:solidFill>
                  <a:srgbClr val="000000"/>
                </a:solidFill>
                <a:latin typeface="Arial"/>
              </a:defRPr>
            </a:pPr>
            <a:r>
              <a:rPr lang="en-US" sz="2000" b="0" i="0" u="none" strike="noStrike" dirty="0">
                <a:solidFill>
                  <a:srgbClr val="000000"/>
                </a:solidFill>
                <a:latin typeface="Arial"/>
              </a:rPr>
              <a:t>Single threaded Valkey</a:t>
            </a:r>
            <a:r>
              <a:rPr lang="en-US" sz="2000" b="0" i="0" u="none" strike="noStrike" baseline="0" dirty="0">
                <a:solidFill>
                  <a:srgbClr val="000000"/>
                </a:solidFill>
                <a:latin typeface="Arial"/>
              </a:rPr>
              <a:t> </a:t>
            </a:r>
            <a:r>
              <a:rPr lang="en-US" sz="2000" b="0" i="0" u="none" strike="noStrike" dirty="0">
                <a:solidFill>
                  <a:srgbClr val="000000"/>
                </a:solidFill>
                <a:latin typeface="Arial"/>
              </a:rPr>
              <a:t>latency</a:t>
            </a:r>
          </a:p>
        </c:rich>
      </c:tx>
      <c:overlay val="0"/>
    </c:title>
    <c:autoTitleDeleted val="0"/>
    <c:plotArea>
      <c:layout/>
      <c:lineChart>
        <c:grouping val="standard"/>
        <c:varyColors val="0"/>
        <c:ser>
          <c:idx val="0"/>
          <c:order val="0"/>
          <c:tx>
            <c:strRef>
              <c:f>Sheet1!$B$1</c:f>
              <c:strCache>
                <c:ptCount val="1"/>
                <c:pt idx="0">
                  <c:v>avg</c:v>
                </c:pt>
              </c:strCache>
            </c:strRef>
          </c:tx>
          <c:spPr>
            <a:ln w="25400" cap="flat">
              <a:solidFill>
                <a:srgbClr val="8B0000"/>
              </a:solidFill>
              <a:prstDash val="solid"/>
              <a:round/>
            </a:ln>
            <a:effectLst/>
          </c:spPr>
          <c:marker>
            <c:symbol val="circle"/>
            <c:size val="6"/>
            <c:spPr>
              <a:solidFill>
                <a:srgbClr val="8B0000"/>
              </a:solidFill>
              <a:ln w="9525" cap="flat">
                <a:solidFill>
                  <a:srgbClr val="8B0000"/>
                </a:solidFill>
                <a:prstDash val="solid"/>
                <a:round/>
              </a:ln>
              <a:effectLst/>
            </c:spPr>
          </c:marker>
          <c:cat>
            <c:strRef>
              <c:f>Sheet1!$A$2:$A$19</c:f>
              <c:strCache>
                <c:ptCount val="18"/>
                <c:pt idx="0">
                  <c:v>10K</c:v>
                </c:pt>
                <c:pt idx="1">
                  <c:v>20K</c:v>
                </c:pt>
                <c:pt idx="2">
                  <c:v>30K</c:v>
                </c:pt>
                <c:pt idx="3">
                  <c:v>40K</c:v>
                </c:pt>
                <c:pt idx="4">
                  <c:v>50K</c:v>
                </c:pt>
                <c:pt idx="5">
                  <c:v>60K</c:v>
                </c:pt>
                <c:pt idx="6">
                  <c:v>70K</c:v>
                </c:pt>
                <c:pt idx="7">
                  <c:v>80K</c:v>
                </c:pt>
                <c:pt idx="8">
                  <c:v>90K</c:v>
                </c:pt>
                <c:pt idx="9">
                  <c:v>100K</c:v>
                </c:pt>
                <c:pt idx="10">
                  <c:v>110K</c:v>
                </c:pt>
                <c:pt idx="11">
                  <c:v>120K</c:v>
                </c:pt>
                <c:pt idx="12">
                  <c:v>130K</c:v>
                </c:pt>
                <c:pt idx="13">
                  <c:v>140K</c:v>
                </c:pt>
                <c:pt idx="14">
                  <c:v>150K</c:v>
                </c:pt>
                <c:pt idx="15">
                  <c:v>155K</c:v>
                </c:pt>
                <c:pt idx="16">
                  <c:v>160K</c:v>
                </c:pt>
                <c:pt idx="17">
                  <c:v>165K</c:v>
                </c:pt>
              </c:strCache>
            </c:strRef>
          </c:cat>
          <c:val>
            <c:numRef>
              <c:f>Sheet1!$B$2:$B$19</c:f>
              <c:numCache>
                <c:formatCode>General</c:formatCode>
                <c:ptCount val="18"/>
                <c:pt idx="0">
                  <c:v>205</c:v>
                </c:pt>
                <c:pt idx="1">
                  <c:v>208</c:v>
                </c:pt>
                <c:pt idx="2">
                  <c:v>235</c:v>
                </c:pt>
                <c:pt idx="3">
                  <c:v>288</c:v>
                </c:pt>
                <c:pt idx="4">
                  <c:v>303</c:v>
                </c:pt>
                <c:pt idx="5">
                  <c:v>342</c:v>
                </c:pt>
                <c:pt idx="6">
                  <c:v>382</c:v>
                </c:pt>
                <c:pt idx="7">
                  <c:v>419</c:v>
                </c:pt>
                <c:pt idx="8">
                  <c:v>488</c:v>
                </c:pt>
                <c:pt idx="9">
                  <c:v>518</c:v>
                </c:pt>
                <c:pt idx="10">
                  <c:v>586</c:v>
                </c:pt>
                <c:pt idx="11">
                  <c:v>648</c:v>
                </c:pt>
                <c:pt idx="12">
                  <c:v>713</c:v>
                </c:pt>
                <c:pt idx="13">
                  <c:v>772</c:v>
                </c:pt>
                <c:pt idx="14">
                  <c:v>5000</c:v>
                </c:pt>
                <c:pt idx="15">
                  <c:v>5000</c:v>
                </c:pt>
                <c:pt idx="16">
                  <c:v>5000</c:v>
                </c:pt>
                <c:pt idx="17">
                  <c:v>5000</c:v>
                </c:pt>
              </c:numCache>
            </c:numRef>
          </c:val>
          <c:smooth val="0"/>
          <c:extLst>
            <c:ext xmlns:c16="http://schemas.microsoft.com/office/drawing/2014/chart" uri="{C3380CC4-5D6E-409C-BE32-E72D297353CC}">
              <c16:uniqueId val="{00000000-0310-9B44-9F02-AE6681E1E484}"/>
            </c:ext>
          </c:extLst>
        </c:ser>
        <c:ser>
          <c:idx val="1"/>
          <c:order val="1"/>
          <c:tx>
            <c:strRef>
              <c:f>Sheet1!$C$1</c:f>
              <c:strCache>
                <c:ptCount val="1"/>
                <c:pt idx="0">
                  <c:v>p50</c:v>
                </c:pt>
              </c:strCache>
            </c:strRef>
          </c:tx>
          <c:spPr>
            <a:ln w="25400" cap="flat">
              <a:solidFill>
                <a:srgbClr val="0000CD"/>
              </a:solidFill>
              <a:prstDash val="solid"/>
              <a:round/>
            </a:ln>
            <a:effectLst/>
          </c:spPr>
          <c:marker>
            <c:symbol val="circle"/>
            <c:size val="6"/>
            <c:spPr>
              <a:solidFill>
                <a:srgbClr val="0000CD"/>
              </a:solidFill>
              <a:ln w="9525" cap="flat">
                <a:solidFill>
                  <a:srgbClr val="0000CD"/>
                </a:solidFill>
                <a:prstDash val="solid"/>
                <a:round/>
              </a:ln>
              <a:effectLst/>
            </c:spPr>
          </c:marker>
          <c:cat>
            <c:strRef>
              <c:f>Sheet1!$A$2:$A$19</c:f>
              <c:strCache>
                <c:ptCount val="18"/>
                <c:pt idx="0">
                  <c:v>10K</c:v>
                </c:pt>
                <c:pt idx="1">
                  <c:v>20K</c:v>
                </c:pt>
                <c:pt idx="2">
                  <c:v>30K</c:v>
                </c:pt>
                <c:pt idx="3">
                  <c:v>40K</c:v>
                </c:pt>
                <c:pt idx="4">
                  <c:v>50K</c:v>
                </c:pt>
                <c:pt idx="5">
                  <c:v>60K</c:v>
                </c:pt>
                <c:pt idx="6">
                  <c:v>70K</c:v>
                </c:pt>
                <c:pt idx="7">
                  <c:v>80K</c:v>
                </c:pt>
                <c:pt idx="8">
                  <c:v>90K</c:v>
                </c:pt>
                <c:pt idx="9">
                  <c:v>100K</c:v>
                </c:pt>
                <c:pt idx="10">
                  <c:v>110K</c:v>
                </c:pt>
                <c:pt idx="11">
                  <c:v>120K</c:v>
                </c:pt>
                <c:pt idx="12">
                  <c:v>130K</c:v>
                </c:pt>
                <c:pt idx="13">
                  <c:v>140K</c:v>
                </c:pt>
                <c:pt idx="14">
                  <c:v>150K</c:v>
                </c:pt>
                <c:pt idx="15">
                  <c:v>155K</c:v>
                </c:pt>
                <c:pt idx="16">
                  <c:v>160K</c:v>
                </c:pt>
                <c:pt idx="17">
                  <c:v>165K</c:v>
                </c:pt>
              </c:strCache>
            </c:strRef>
          </c:cat>
          <c:val>
            <c:numRef>
              <c:f>Sheet1!$C$2:$C$19</c:f>
              <c:numCache>
                <c:formatCode>General</c:formatCode>
                <c:ptCount val="18"/>
                <c:pt idx="0">
                  <c:v>167</c:v>
                </c:pt>
                <c:pt idx="1">
                  <c:v>203</c:v>
                </c:pt>
                <c:pt idx="2">
                  <c:v>228</c:v>
                </c:pt>
                <c:pt idx="3">
                  <c:v>246</c:v>
                </c:pt>
                <c:pt idx="4">
                  <c:v>275</c:v>
                </c:pt>
                <c:pt idx="5">
                  <c:v>307</c:v>
                </c:pt>
                <c:pt idx="6">
                  <c:v>351</c:v>
                </c:pt>
                <c:pt idx="7">
                  <c:v>392</c:v>
                </c:pt>
                <c:pt idx="8">
                  <c:v>451</c:v>
                </c:pt>
                <c:pt idx="9">
                  <c:v>504</c:v>
                </c:pt>
                <c:pt idx="10">
                  <c:v>535</c:v>
                </c:pt>
                <c:pt idx="11">
                  <c:v>602</c:v>
                </c:pt>
                <c:pt idx="12">
                  <c:v>651</c:v>
                </c:pt>
                <c:pt idx="13">
                  <c:v>727</c:v>
                </c:pt>
                <c:pt idx="14">
                  <c:v>5000</c:v>
                </c:pt>
                <c:pt idx="15">
                  <c:v>5000</c:v>
                </c:pt>
                <c:pt idx="16">
                  <c:v>5000</c:v>
                </c:pt>
                <c:pt idx="17">
                  <c:v>5000</c:v>
                </c:pt>
              </c:numCache>
            </c:numRef>
          </c:val>
          <c:smooth val="0"/>
          <c:extLst>
            <c:ext xmlns:c16="http://schemas.microsoft.com/office/drawing/2014/chart" uri="{C3380CC4-5D6E-409C-BE32-E72D297353CC}">
              <c16:uniqueId val="{00000001-0310-9B44-9F02-AE6681E1E484}"/>
            </c:ext>
          </c:extLst>
        </c:ser>
        <c:ser>
          <c:idx val="2"/>
          <c:order val="2"/>
          <c:tx>
            <c:strRef>
              <c:f>Sheet1!$D$1</c:f>
              <c:strCache>
                <c:ptCount val="1"/>
                <c:pt idx="0">
                  <c:v>p90</c:v>
                </c:pt>
              </c:strCache>
            </c:strRef>
          </c:tx>
          <c:spPr>
            <a:ln w="25400" cap="flat">
              <a:solidFill>
                <a:srgbClr val="FF4500"/>
              </a:solidFill>
              <a:prstDash val="solid"/>
              <a:round/>
            </a:ln>
            <a:effectLst/>
          </c:spPr>
          <c:marker>
            <c:symbol val="circle"/>
            <c:size val="6"/>
            <c:spPr>
              <a:solidFill>
                <a:srgbClr val="FF4500"/>
              </a:solidFill>
              <a:ln w="9525" cap="flat">
                <a:solidFill>
                  <a:srgbClr val="FF4500"/>
                </a:solidFill>
                <a:prstDash val="solid"/>
                <a:round/>
              </a:ln>
              <a:effectLst/>
            </c:spPr>
          </c:marker>
          <c:cat>
            <c:strRef>
              <c:f>Sheet1!$A$2:$A$19</c:f>
              <c:strCache>
                <c:ptCount val="18"/>
                <c:pt idx="0">
                  <c:v>10K</c:v>
                </c:pt>
                <c:pt idx="1">
                  <c:v>20K</c:v>
                </c:pt>
                <c:pt idx="2">
                  <c:v>30K</c:v>
                </c:pt>
                <c:pt idx="3">
                  <c:v>40K</c:v>
                </c:pt>
                <c:pt idx="4">
                  <c:v>50K</c:v>
                </c:pt>
                <c:pt idx="5">
                  <c:v>60K</c:v>
                </c:pt>
                <c:pt idx="6">
                  <c:v>70K</c:v>
                </c:pt>
                <c:pt idx="7">
                  <c:v>80K</c:v>
                </c:pt>
                <c:pt idx="8">
                  <c:v>90K</c:v>
                </c:pt>
                <c:pt idx="9">
                  <c:v>100K</c:v>
                </c:pt>
                <c:pt idx="10">
                  <c:v>110K</c:v>
                </c:pt>
                <c:pt idx="11">
                  <c:v>120K</c:v>
                </c:pt>
                <c:pt idx="12">
                  <c:v>130K</c:v>
                </c:pt>
                <c:pt idx="13">
                  <c:v>140K</c:v>
                </c:pt>
                <c:pt idx="14">
                  <c:v>150K</c:v>
                </c:pt>
                <c:pt idx="15">
                  <c:v>155K</c:v>
                </c:pt>
                <c:pt idx="16">
                  <c:v>160K</c:v>
                </c:pt>
                <c:pt idx="17">
                  <c:v>165K</c:v>
                </c:pt>
              </c:strCache>
            </c:strRef>
          </c:cat>
          <c:val>
            <c:numRef>
              <c:f>Sheet1!$D$2:$D$19</c:f>
              <c:numCache>
                <c:formatCode>General</c:formatCode>
                <c:ptCount val="18"/>
                <c:pt idx="0">
                  <c:v>414</c:v>
                </c:pt>
                <c:pt idx="1">
                  <c:v>436</c:v>
                </c:pt>
                <c:pt idx="2">
                  <c:v>454</c:v>
                </c:pt>
                <c:pt idx="3">
                  <c:v>508</c:v>
                </c:pt>
                <c:pt idx="4">
                  <c:v>557</c:v>
                </c:pt>
                <c:pt idx="5">
                  <c:v>577</c:v>
                </c:pt>
                <c:pt idx="6">
                  <c:v>600</c:v>
                </c:pt>
                <c:pt idx="7">
                  <c:v>660</c:v>
                </c:pt>
                <c:pt idx="8">
                  <c:v>727</c:v>
                </c:pt>
                <c:pt idx="9">
                  <c:v>781</c:v>
                </c:pt>
                <c:pt idx="10">
                  <c:v>837</c:v>
                </c:pt>
                <c:pt idx="11">
                  <c:v>889</c:v>
                </c:pt>
                <c:pt idx="12">
                  <c:v>953</c:v>
                </c:pt>
                <c:pt idx="13">
                  <c:v>1021</c:v>
                </c:pt>
                <c:pt idx="14">
                  <c:v>5000</c:v>
                </c:pt>
                <c:pt idx="15">
                  <c:v>5000</c:v>
                </c:pt>
                <c:pt idx="16">
                  <c:v>5000</c:v>
                </c:pt>
                <c:pt idx="17">
                  <c:v>5000</c:v>
                </c:pt>
              </c:numCache>
            </c:numRef>
          </c:val>
          <c:smooth val="0"/>
          <c:extLst>
            <c:ext xmlns:c16="http://schemas.microsoft.com/office/drawing/2014/chart" uri="{C3380CC4-5D6E-409C-BE32-E72D297353CC}">
              <c16:uniqueId val="{00000002-0310-9B44-9F02-AE6681E1E484}"/>
            </c:ext>
          </c:extLst>
        </c:ser>
        <c:ser>
          <c:idx val="3"/>
          <c:order val="3"/>
          <c:tx>
            <c:strRef>
              <c:f>Sheet1!$E$1</c:f>
              <c:strCache>
                <c:ptCount val="1"/>
                <c:pt idx="0">
                  <c:v>p95</c:v>
                </c:pt>
              </c:strCache>
            </c:strRef>
          </c:tx>
          <c:spPr>
            <a:ln w="25400" cap="flat">
              <a:solidFill>
                <a:srgbClr val="FFD700"/>
              </a:solidFill>
              <a:prstDash val="solid"/>
              <a:round/>
            </a:ln>
            <a:effectLst/>
          </c:spPr>
          <c:marker>
            <c:symbol val="circle"/>
            <c:size val="6"/>
            <c:spPr>
              <a:solidFill>
                <a:srgbClr val="FFD700"/>
              </a:solidFill>
              <a:ln w="9525" cap="flat">
                <a:solidFill>
                  <a:srgbClr val="FFD700"/>
                </a:solidFill>
                <a:prstDash val="solid"/>
                <a:round/>
              </a:ln>
              <a:effectLst/>
            </c:spPr>
          </c:marker>
          <c:cat>
            <c:strRef>
              <c:f>Sheet1!$A$2:$A$19</c:f>
              <c:strCache>
                <c:ptCount val="18"/>
                <c:pt idx="0">
                  <c:v>10K</c:v>
                </c:pt>
                <c:pt idx="1">
                  <c:v>20K</c:v>
                </c:pt>
                <c:pt idx="2">
                  <c:v>30K</c:v>
                </c:pt>
                <c:pt idx="3">
                  <c:v>40K</c:v>
                </c:pt>
                <c:pt idx="4">
                  <c:v>50K</c:v>
                </c:pt>
                <c:pt idx="5">
                  <c:v>60K</c:v>
                </c:pt>
                <c:pt idx="6">
                  <c:v>70K</c:v>
                </c:pt>
                <c:pt idx="7">
                  <c:v>80K</c:v>
                </c:pt>
                <c:pt idx="8">
                  <c:v>90K</c:v>
                </c:pt>
                <c:pt idx="9">
                  <c:v>100K</c:v>
                </c:pt>
                <c:pt idx="10">
                  <c:v>110K</c:v>
                </c:pt>
                <c:pt idx="11">
                  <c:v>120K</c:v>
                </c:pt>
                <c:pt idx="12">
                  <c:v>130K</c:v>
                </c:pt>
                <c:pt idx="13">
                  <c:v>140K</c:v>
                </c:pt>
                <c:pt idx="14">
                  <c:v>150K</c:v>
                </c:pt>
                <c:pt idx="15">
                  <c:v>155K</c:v>
                </c:pt>
                <c:pt idx="16">
                  <c:v>160K</c:v>
                </c:pt>
                <c:pt idx="17">
                  <c:v>165K</c:v>
                </c:pt>
              </c:strCache>
            </c:strRef>
          </c:cat>
          <c:val>
            <c:numRef>
              <c:f>Sheet1!$E$2:$E$19</c:f>
              <c:numCache>
                <c:formatCode>General</c:formatCode>
                <c:ptCount val="18"/>
                <c:pt idx="0">
                  <c:v>531</c:v>
                </c:pt>
                <c:pt idx="1">
                  <c:v>560</c:v>
                </c:pt>
                <c:pt idx="2">
                  <c:v>619</c:v>
                </c:pt>
                <c:pt idx="3">
                  <c:v>641</c:v>
                </c:pt>
                <c:pt idx="4">
                  <c:v>707</c:v>
                </c:pt>
                <c:pt idx="5">
                  <c:v>757</c:v>
                </c:pt>
                <c:pt idx="6">
                  <c:v>823</c:v>
                </c:pt>
                <c:pt idx="7">
                  <c:v>861</c:v>
                </c:pt>
                <c:pt idx="8">
                  <c:v>907</c:v>
                </c:pt>
                <c:pt idx="9">
                  <c:v>1021</c:v>
                </c:pt>
                <c:pt idx="10">
                  <c:v>1074</c:v>
                </c:pt>
                <c:pt idx="11">
                  <c:v>1149</c:v>
                </c:pt>
                <c:pt idx="12">
                  <c:v>1192</c:v>
                </c:pt>
                <c:pt idx="13">
                  <c:v>1279</c:v>
                </c:pt>
                <c:pt idx="14">
                  <c:v>5000</c:v>
                </c:pt>
                <c:pt idx="15">
                  <c:v>5000</c:v>
                </c:pt>
                <c:pt idx="16">
                  <c:v>5000</c:v>
                </c:pt>
                <c:pt idx="17">
                  <c:v>5000</c:v>
                </c:pt>
              </c:numCache>
            </c:numRef>
          </c:val>
          <c:smooth val="0"/>
          <c:extLst>
            <c:ext xmlns:c16="http://schemas.microsoft.com/office/drawing/2014/chart" uri="{C3380CC4-5D6E-409C-BE32-E72D297353CC}">
              <c16:uniqueId val="{00000003-0310-9B44-9F02-AE6681E1E484}"/>
            </c:ext>
          </c:extLst>
        </c:ser>
        <c:ser>
          <c:idx val="4"/>
          <c:order val="4"/>
          <c:tx>
            <c:strRef>
              <c:f>Sheet1!$F$1</c:f>
              <c:strCache>
                <c:ptCount val="1"/>
                <c:pt idx="0">
                  <c:v>p99</c:v>
                </c:pt>
              </c:strCache>
            </c:strRef>
          </c:tx>
          <c:spPr>
            <a:ln w="25400" cap="flat">
              <a:solidFill>
                <a:srgbClr val="008000"/>
              </a:solidFill>
              <a:prstDash val="solid"/>
              <a:round/>
            </a:ln>
            <a:effectLst/>
          </c:spPr>
          <c:marker>
            <c:symbol val="circle"/>
            <c:size val="6"/>
            <c:spPr>
              <a:solidFill>
                <a:srgbClr val="008000"/>
              </a:solidFill>
              <a:ln w="9525" cap="flat">
                <a:solidFill>
                  <a:srgbClr val="008000"/>
                </a:solidFill>
                <a:prstDash val="solid"/>
                <a:round/>
              </a:ln>
              <a:effectLst/>
            </c:spPr>
          </c:marker>
          <c:cat>
            <c:strRef>
              <c:f>Sheet1!$A$2:$A$19</c:f>
              <c:strCache>
                <c:ptCount val="18"/>
                <c:pt idx="0">
                  <c:v>10K</c:v>
                </c:pt>
                <c:pt idx="1">
                  <c:v>20K</c:v>
                </c:pt>
                <c:pt idx="2">
                  <c:v>30K</c:v>
                </c:pt>
                <c:pt idx="3">
                  <c:v>40K</c:v>
                </c:pt>
                <c:pt idx="4">
                  <c:v>50K</c:v>
                </c:pt>
                <c:pt idx="5">
                  <c:v>60K</c:v>
                </c:pt>
                <c:pt idx="6">
                  <c:v>70K</c:v>
                </c:pt>
                <c:pt idx="7">
                  <c:v>80K</c:v>
                </c:pt>
                <c:pt idx="8">
                  <c:v>90K</c:v>
                </c:pt>
                <c:pt idx="9">
                  <c:v>100K</c:v>
                </c:pt>
                <c:pt idx="10">
                  <c:v>110K</c:v>
                </c:pt>
                <c:pt idx="11">
                  <c:v>120K</c:v>
                </c:pt>
                <c:pt idx="12">
                  <c:v>130K</c:v>
                </c:pt>
                <c:pt idx="13">
                  <c:v>140K</c:v>
                </c:pt>
                <c:pt idx="14">
                  <c:v>150K</c:v>
                </c:pt>
                <c:pt idx="15">
                  <c:v>155K</c:v>
                </c:pt>
                <c:pt idx="16">
                  <c:v>160K</c:v>
                </c:pt>
                <c:pt idx="17">
                  <c:v>165K</c:v>
                </c:pt>
              </c:strCache>
            </c:strRef>
          </c:cat>
          <c:val>
            <c:numRef>
              <c:f>Sheet1!$F$2:$F$19</c:f>
              <c:numCache>
                <c:formatCode>General</c:formatCode>
                <c:ptCount val="18"/>
                <c:pt idx="0">
                  <c:v>690</c:v>
                </c:pt>
                <c:pt idx="1">
                  <c:v>1232</c:v>
                </c:pt>
                <c:pt idx="2">
                  <c:v>1400</c:v>
                </c:pt>
                <c:pt idx="3">
                  <c:v>1635</c:v>
                </c:pt>
                <c:pt idx="4">
                  <c:v>1045</c:v>
                </c:pt>
                <c:pt idx="5">
                  <c:v>1248</c:v>
                </c:pt>
                <c:pt idx="6">
                  <c:v>985</c:v>
                </c:pt>
                <c:pt idx="7">
                  <c:v>1373</c:v>
                </c:pt>
                <c:pt idx="8">
                  <c:v>1166</c:v>
                </c:pt>
                <c:pt idx="9">
                  <c:v>1698</c:v>
                </c:pt>
                <c:pt idx="10">
                  <c:v>1290</c:v>
                </c:pt>
                <c:pt idx="11">
                  <c:v>1769</c:v>
                </c:pt>
                <c:pt idx="12">
                  <c:v>1501</c:v>
                </c:pt>
                <c:pt idx="13">
                  <c:v>1944</c:v>
                </c:pt>
                <c:pt idx="14">
                  <c:v>5000</c:v>
                </c:pt>
                <c:pt idx="15">
                  <c:v>5000</c:v>
                </c:pt>
                <c:pt idx="16">
                  <c:v>5000</c:v>
                </c:pt>
                <c:pt idx="17">
                  <c:v>5000</c:v>
                </c:pt>
              </c:numCache>
            </c:numRef>
          </c:val>
          <c:smooth val="0"/>
          <c:extLst>
            <c:ext xmlns:c16="http://schemas.microsoft.com/office/drawing/2014/chart" uri="{C3380CC4-5D6E-409C-BE32-E72D297353CC}">
              <c16:uniqueId val="{00000004-0310-9B44-9F02-AE6681E1E484}"/>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5000"/>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900"/>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Cache throughput</c:v>
                </c:pt>
              </c:strCache>
            </c:strRef>
          </c:tx>
          <c:spPr>
            <a:ln w="31750">
              <a:solidFill>
                <a:schemeClr val="accent5"/>
              </a:solidFill>
            </a:ln>
          </c:spPr>
          <c:marker>
            <c:symbol val="none"/>
          </c:marker>
          <c:cat>
            <c:numRef>
              <c:f>Sheet1!$A$2:$A$26</c:f>
              <c:numCache>
                <c:formatCode>General</c:formatCode>
                <c:ptCount val="25"/>
              </c:numCache>
            </c:numRef>
          </c:cat>
          <c:val>
            <c:numRef>
              <c:f>Sheet1!$B$2:$B$26</c:f>
              <c:numCache>
                <c:formatCode>General</c:formatCode>
                <c:ptCount val="25"/>
                <c:pt idx="0">
                  <c:v>15000</c:v>
                </c:pt>
                <c:pt idx="1">
                  <c:v>12000</c:v>
                </c:pt>
                <c:pt idx="2">
                  <c:v>10000</c:v>
                </c:pt>
                <c:pt idx="3">
                  <c:v>8000</c:v>
                </c:pt>
                <c:pt idx="4">
                  <c:v>10000</c:v>
                </c:pt>
                <c:pt idx="5">
                  <c:v>15000</c:v>
                </c:pt>
                <c:pt idx="6">
                  <c:v>20000</c:v>
                </c:pt>
                <c:pt idx="7">
                  <c:v>30000</c:v>
                </c:pt>
                <c:pt idx="8">
                  <c:v>35000</c:v>
                </c:pt>
                <c:pt idx="9">
                  <c:v>40000</c:v>
                </c:pt>
                <c:pt idx="10">
                  <c:v>50000</c:v>
                </c:pt>
                <c:pt idx="11">
                  <c:v>90000</c:v>
                </c:pt>
                <c:pt idx="12">
                  <c:v>180000</c:v>
                </c:pt>
                <c:pt idx="13">
                  <c:v>120000</c:v>
                </c:pt>
                <c:pt idx="14">
                  <c:v>60000</c:v>
                </c:pt>
                <c:pt idx="15">
                  <c:v>55000</c:v>
                </c:pt>
                <c:pt idx="16">
                  <c:v>70000</c:v>
                </c:pt>
                <c:pt idx="17">
                  <c:v>110000</c:v>
                </c:pt>
                <c:pt idx="18">
                  <c:v>150000</c:v>
                </c:pt>
                <c:pt idx="19">
                  <c:v>160000</c:v>
                </c:pt>
                <c:pt idx="20">
                  <c:v>140000</c:v>
                </c:pt>
                <c:pt idx="21">
                  <c:v>100000</c:v>
                </c:pt>
                <c:pt idx="22">
                  <c:v>60000</c:v>
                </c:pt>
                <c:pt idx="23">
                  <c:v>30000</c:v>
                </c:pt>
                <c:pt idx="24">
                  <c:v>15000</c:v>
                </c:pt>
              </c:numCache>
            </c:numRef>
          </c:val>
          <c:smooth val="1"/>
          <c:extLst>
            <c:ext xmlns:c16="http://schemas.microsoft.com/office/drawing/2014/chart" uri="{C3380CC4-5D6E-409C-BE32-E72D297353CC}">
              <c16:uniqueId val="{00000000-A90F-2442-BC66-C5BB476B131E}"/>
            </c:ext>
          </c:extLst>
        </c:ser>
        <c:ser>
          <c:idx val="1"/>
          <c:order val="1"/>
          <c:tx>
            <c:strRef>
              <c:f>Sheet1!$C$1</c:f>
              <c:strCache>
                <c:ptCount val="1"/>
                <c:pt idx="0">
                  <c:v>Provisioned capacity (r6g.large)</c:v>
                </c:pt>
              </c:strCache>
            </c:strRef>
          </c:tx>
          <c:spPr>
            <a:ln w="25400">
              <a:solidFill>
                <a:schemeClr val="accent3"/>
              </a:solidFill>
            </a:ln>
          </c:spPr>
          <c:marker>
            <c:symbol val="none"/>
          </c:marker>
          <c:cat>
            <c:numRef>
              <c:f>Sheet1!$A$2:$A$26</c:f>
              <c:numCache>
                <c:formatCode>General</c:formatCode>
                <c:ptCount val="25"/>
              </c:numCache>
            </c:numRef>
          </c:cat>
          <c:val>
            <c:numRef>
              <c:f>Sheet1!$C$2:$C$26</c:f>
              <c:numCache>
                <c:formatCode>General</c:formatCode>
                <c:ptCount val="25"/>
                <c:pt idx="0">
                  <c:v>150000</c:v>
                </c:pt>
                <c:pt idx="1">
                  <c:v>150000</c:v>
                </c:pt>
                <c:pt idx="2">
                  <c:v>150000</c:v>
                </c:pt>
                <c:pt idx="3">
                  <c:v>150000</c:v>
                </c:pt>
                <c:pt idx="4">
                  <c:v>150000</c:v>
                </c:pt>
                <c:pt idx="5">
                  <c:v>150000</c:v>
                </c:pt>
                <c:pt idx="6">
                  <c:v>150000</c:v>
                </c:pt>
                <c:pt idx="7">
                  <c:v>150000</c:v>
                </c:pt>
                <c:pt idx="8">
                  <c:v>150000</c:v>
                </c:pt>
                <c:pt idx="9">
                  <c:v>150000</c:v>
                </c:pt>
                <c:pt idx="10">
                  <c:v>150000</c:v>
                </c:pt>
                <c:pt idx="11">
                  <c:v>150000</c:v>
                </c:pt>
                <c:pt idx="12">
                  <c:v>150000</c:v>
                </c:pt>
                <c:pt idx="13">
                  <c:v>150000</c:v>
                </c:pt>
                <c:pt idx="14">
                  <c:v>150000</c:v>
                </c:pt>
                <c:pt idx="15">
                  <c:v>150000</c:v>
                </c:pt>
                <c:pt idx="16">
                  <c:v>150000</c:v>
                </c:pt>
                <c:pt idx="17">
                  <c:v>150000</c:v>
                </c:pt>
                <c:pt idx="18">
                  <c:v>150000</c:v>
                </c:pt>
                <c:pt idx="19">
                  <c:v>150000</c:v>
                </c:pt>
                <c:pt idx="20">
                  <c:v>150000</c:v>
                </c:pt>
                <c:pt idx="21">
                  <c:v>150000</c:v>
                </c:pt>
                <c:pt idx="22">
                  <c:v>150000</c:v>
                </c:pt>
                <c:pt idx="23">
                  <c:v>150000</c:v>
                </c:pt>
                <c:pt idx="24">
                  <c:v>150000</c:v>
                </c:pt>
              </c:numCache>
            </c:numRef>
          </c:val>
          <c:smooth val="0"/>
          <c:extLst>
            <c:ext xmlns:c16="http://schemas.microsoft.com/office/drawing/2014/chart" uri="{C3380CC4-5D6E-409C-BE32-E72D297353CC}">
              <c16:uniqueId val="{00000001-A90F-2442-BC66-C5BB476B131E}"/>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title>
          <c:tx>
            <c:rich>
              <a:bodyPr/>
              <a:lstStyle/>
              <a:p>
                <a:pPr>
                  <a:defRPr/>
                </a:pPr>
                <a:r>
                  <a:rPr lang="en-US"/>
                  <a:t>Time during the day</a:t>
                </a:r>
              </a:p>
            </c:rich>
          </c:tx>
          <c:overlay val="0"/>
        </c:title>
        <c:numFmt formatCode="General" sourceLinked="0"/>
        <c:majorTickMark val="out"/>
        <c:minorTickMark val="none"/>
        <c:tickLblPos val="none"/>
        <c:crossAx val="2140495176"/>
        <c:crosses val="autoZero"/>
        <c:auto val="1"/>
        <c:lblAlgn val="ctr"/>
        <c:lblOffset val="100"/>
        <c:noMultiLvlLbl val="0"/>
      </c:catAx>
      <c:valAx>
        <c:axId val="2140495176"/>
        <c:scaling>
          <c:orientation val="minMax"/>
          <c:max val="400000"/>
          <c:min val="0"/>
        </c:scaling>
        <c:delete val="0"/>
        <c:axPos val="l"/>
        <c:majorGridlines/>
        <c:title>
          <c:tx>
            <c:rich>
              <a:bodyPr/>
              <a:lstStyle/>
              <a:p>
                <a:pPr>
                  <a:defRPr/>
                </a:pPr>
                <a:r>
                  <a:rPr lang="en-US"/>
                  <a:t>Throughput (req/s)</a:t>
                </a:r>
              </a:p>
            </c:rich>
          </c:tx>
          <c:layout>
            <c:manualLayout>
              <c:xMode val="edge"/>
              <c:yMode val="edge"/>
              <c:x val="4.8329847019860806E-3"/>
              <c:y val="0.26428652186737428"/>
            </c:manualLayout>
          </c:layout>
          <c:overlay val="0"/>
        </c:title>
        <c:numFmt formatCode="General" sourceLinked="1"/>
        <c:majorTickMark val="out"/>
        <c:minorTickMark val="none"/>
        <c:tickLblPos val="nextTo"/>
        <c:crossAx val="2118791784"/>
        <c:crosses val="autoZero"/>
        <c:crossBetween val="between"/>
        <c:majorUnit val="100000"/>
      </c:valAx>
    </c:plotArea>
    <c:legend>
      <c:legendPos val="b"/>
      <c:overlay val="0"/>
    </c:legend>
    <c:plotVisOnly val="1"/>
    <c:dispBlanksAs val="gap"/>
    <c:showDLblsOverMax val="0"/>
  </c:chart>
  <c:txPr>
    <a:bodyPr/>
    <a:lstStyle/>
    <a:p>
      <a:pPr>
        <a:defRPr sz="1800">
          <a:latin typeface="Arial" panose="020B0604020202020204" pitchFamily="34" charset="0"/>
          <a:cs typeface="Arial" panose="020B0604020202020204" pitchFamily="34" charset="0"/>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Cache throughput</c:v>
                </c:pt>
              </c:strCache>
            </c:strRef>
          </c:tx>
          <c:spPr>
            <a:ln w="31750">
              <a:solidFill>
                <a:schemeClr val="accent5"/>
              </a:solidFill>
            </a:ln>
          </c:spPr>
          <c:marker>
            <c:symbol val="none"/>
          </c:marker>
          <c:cat>
            <c:numRef>
              <c:f>Sheet1!$A$2:$A$26</c:f>
              <c:numCache>
                <c:formatCode>General</c:formatCode>
                <c:ptCount val="25"/>
              </c:numCache>
            </c:numRef>
          </c:cat>
          <c:val>
            <c:numRef>
              <c:f>Sheet1!$B$2:$B$26</c:f>
              <c:numCache>
                <c:formatCode>General</c:formatCode>
                <c:ptCount val="25"/>
                <c:pt idx="0">
                  <c:v>15000</c:v>
                </c:pt>
                <c:pt idx="1">
                  <c:v>12000</c:v>
                </c:pt>
                <c:pt idx="2">
                  <c:v>10000</c:v>
                </c:pt>
                <c:pt idx="3">
                  <c:v>8000</c:v>
                </c:pt>
                <c:pt idx="4">
                  <c:v>10000</c:v>
                </c:pt>
                <c:pt idx="5">
                  <c:v>15000</c:v>
                </c:pt>
                <c:pt idx="6">
                  <c:v>20000</c:v>
                </c:pt>
                <c:pt idx="7">
                  <c:v>30000</c:v>
                </c:pt>
                <c:pt idx="8">
                  <c:v>35000</c:v>
                </c:pt>
                <c:pt idx="9">
                  <c:v>40000</c:v>
                </c:pt>
                <c:pt idx="10">
                  <c:v>50000</c:v>
                </c:pt>
                <c:pt idx="11">
                  <c:v>90000</c:v>
                </c:pt>
                <c:pt idx="12">
                  <c:v>180000</c:v>
                </c:pt>
                <c:pt idx="13">
                  <c:v>120000</c:v>
                </c:pt>
                <c:pt idx="14">
                  <c:v>60000</c:v>
                </c:pt>
                <c:pt idx="15">
                  <c:v>55000</c:v>
                </c:pt>
                <c:pt idx="16">
                  <c:v>70000</c:v>
                </c:pt>
                <c:pt idx="17">
                  <c:v>110000</c:v>
                </c:pt>
                <c:pt idx="18">
                  <c:v>150000</c:v>
                </c:pt>
                <c:pt idx="19">
                  <c:v>160000</c:v>
                </c:pt>
                <c:pt idx="20">
                  <c:v>140000</c:v>
                </c:pt>
                <c:pt idx="21">
                  <c:v>100000</c:v>
                </c:pt>
                <c:pt idx="22">
                  <c:v>60000</c:v>
                </c:pt>
                <c:pt idx="23">
                  <c:v>30000</c:v>
                </c:pt>
                <c:pt idx="24">
                  <c:v>15000</c:v>
                </c:pt>
              </c:numCache>
            </c:numRef>
          </c:val>
          <c:smooth val="1"/>
          <c:extLst>
            <c:ext xmlns:c16="http://schemas.microsoft.com/office/drawing/2014/chart" uri="{C3380CC4-5D6E-409C-BE32-E72D297353CC}">
              <c16:uniqueId val="{00000000-A90F-2442-BC66-C5BB476B131E}"/>
            </c:ext>
          </c:extLst>
        </c:ser>
        <c:ser>
          <c:idx val="1"/>
          <c:order val="1"/>
          <c:tx>
            <c:strRef>
              <c:f>Sheet1!$C$1</c:f>
              <c:strCache>
                <c:ptCount val="1"/>
                <c:pt idx="0">
                  <c:v>Provisioned capacity (r6g.large)</c:v>
                </c:pt>
              </c:strCache>
            </c:strRef>
          </c:tx>
          <c:spPr>
            <a:ln w="25400">
              <a:solidFill>
                <a:schemeClr val="accent3"/>
              </a:solidFill>
            </a:ln>
          </c:spPr>
          <c:marker>
            <c:symbol val="none"/>
          </c:marker>
          <c:cat>
            <c:numRef>
              <c:f>Sheet1!$A$2:$A$26</c:f>
              <c:numCache>
                <c:formatCode>General</c:formatCode>
                <c:ptCount val="25"/>
              </c:numCache>
            </c:numRef>
          </c:cat>
          <c:val>
            <c:numRef>
              <c:f>Sheet1!$C$2:$C$26</c:f>
              <c:numCache>
                <c:formatCode>General</c:formatCode>
                <c:ptCount val="25"/>
                <c:pt idx="0">
                  <c:v>300000</c:v>
                </c:pt>
                <c:pt idx="1">
                  <c:v>300000</c:v>
                </c:pt>
                <c:pt idx="2">
                  <c:v>300000</c:v>
                </c:pt>
                <c:pt idx="3">
                  <c:v>300000</c:v>
                </c:pt>
                <c:pt idx="4">
                  <c:v>300000</c:v>
                </c:pt>
                <c:pt idx="5">
                  <c:v>300000</c:v>
                </c:pt>
                <c:pt idx="6">
                  <c:v>300000</c:v>
                </c:pt>
                <c:pt idx="7">
                  <c:v>300000</c:v>
                </c:pt>
                <c:pt idx="8">
                  <c:v>300000</c:v>
                </c:pt>
                <c:pt idx="9">
                  <c:v>300000</c:v>
                </c:pt>
                <c:pt idx="10">
                  <c:v>300000</c:v>
                </c:pt>
                <c:pt idx="11">
                  <c:v>300000</c:v>
                </c:pt>
                <c:pt idx="12">
                  <c:v>300000</c:v>
                </c:pt>
                <c:pt idx="13">
                  <c:v>300000</c:v>
                </c:pt>
                <c:pt idx="14">
                  <c:v>300000</c:v>
                </c:pt>
                <c:pt idx="15">
                  <c:v>300000</c:v>
                </c:pt>
                <c:pt idx="16">
                  <c:v>300000</c:v>
                </c:pt>
                <c:pt idx="17">
                  <c:v>300000</c:v>
                </c:pt>
                <c:pt idx="18">
                  <c:v>300000</c:v>
                </c:pt>
                <c:pt idx="19">
                  <c:v>300000</c:v>
                </c:pt>
                <c:pt idx="20">
                  <c:v>300000</c:v>
                </c:pt>
                <c:pt idx="21">
                  <c:v>300000</c:v>
                </c:pt>
                <c:pt idx="22">
                  <c:v>300000</c:v>
                </c:pt>
                <c:pt idx="23">
                  <c:v>300000</c:v>
                </c:pt>
                <c:pt idx="24">
                  <c:v>300000</c:v>
                </c:pt>
              </c:numCache>
            </c:numRef>
          </c:val>
          <c:smooth val="0"/>
          <c:extLst>
            <c:ext xmlns:c16="http://schemas.microsoft.com/office/drawing/2014/chart" uri="{C3380CC4-5D6E-409C-BE32-E72D297353CC}">
              <c16:uniqueId val="{00000001-A90F-2442-BC66-C5BB476B131E}"/>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title>
          <c:tx>
            <c:rich>
              <a:bodyPr/>
              <a:lstStyle/>
              <a:p>
                <a:pPr>
                  <a:defRPr/>
                </a:pPr>
                <a:r>
                  <a:rPr lang="en-US"/>
                  <a:t>Time during the day</a:t>
                </a:r>
              </a:p>
            </c:rich>
          </c:tx>
          <c:overlay val="0"/>
        </c:title>
        <c:numFmt formatCode="General" sourceLinked="0"/>
        <c:majorTickMark val="out"/>
        <c:minorTickMark val="none"/>
        <c:tickLblPos val="none"/>
        <c:crossAx val="2140495176"/>
        <c:crosses val="autoZero"/>
        <c:auto val="1"/>
        <c:lblAlgn val="ctr"/>
        <c:lblOffset val="100"/>
        <c:noMultiLvlLbl val="0"/>
      </c:catAx>
      <c:valAx>
        <c:axId val="2140495176"/>
        <c:scaling>
          <c:orientation val="minMax"/>
          <c:max val="400000"/>
          <c:min val="0"/>
        </c:scaling>
        <c:delete val="0"/>
        <c:axPos val="l"/>
        <c:majorGridlines/>
        <c:title>
          <c:tx>
            <c:rich>
              <a:bodyPr/>
              <a:lstStyle/>
              <a:p>
                <a:pPr>
                  <a:defRPr/>
                </a:pPr>
                <a:r>
                  <a:rPr lang="en-US"/>
                  <a:t>Throughput (req/s)</a:t>
                </a:r>
              </a:p>
            </c:rich>
          </c:tx>
          <c:layout>
            <c:manualLayout>
              <c:xMode val="edge"/>
              <c:yMode val="edge"/>
              <c:x val="4.8329847019860806E-3"/>
              <c:y val="0.26428652186737428"/>
            </c:manualLayout>
          </c:layout>
          <c:overlay val="0"/>
        </c:title>
        <c:numFmt formatCode="General" sourceLinked="1"/>
        <c:majorTickMark val="out"/>
        <c:minorTickMark val="none"/>
        <c:tickLblPos val="nextTo"/>
        <c:crossAx val="2118791784"/>
        <c:crosses val="autoZero"/>
        <c:crossBetween val="between"/>
        <c:majorUnit val="100000"/>
      </c:valAx>
    </c:plotArea>
    <c:legend>
      <c:legendPos val="b"/>
      <c:overlay val="0"/>
    </c:legend>
    <c:plotVisOnly val="1"/>
    <c:dispBlanksAs val="gap"/>
    <c:showDLblsOverMax val="0"/>
  </c:chart>
  <c:txPr>
    <a:bodyPr/>
    <a:lstStyle/>
    <a:p>
      <a:pPr>
        <a:defRPr sz="1800">
          <a:latin typeface="Arial" panose="020B0604020202020204" pitchFamily="34" charset="0"/>
          <a:cs typeface="Arial" panose="020B0604020202020204" pitchFamily="34" charset="0"/>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100" b="0" i="0" u="none" strike="noStrike">
                <a:solidFill>
                  <a:srgbClr val="000000"/>
                </a:solidFill>
                <a:latin typeface="Arial"/>
              </a:defRPr>
            </a:pPr>
            <a:r>
              <a:rPr lang="en-US" sz="2000" b="0" i="0" u="none" strike="noStrike" dirty="0">
                <a:solidFill>
                  <a:srgbClr val="000000"/>
                </a:solidFill>
                <a:latin typeface="Arial"/>
              </a:rPr>
              <a:t>Single threaded Valkey</a:t>
            </a:r>
            <a:r>
              <a:rPr lang="en-US" sz="2000" b="0" i="0" u="none" strike="noStrike" baseline="0" dirty="0">
                <a:solidFill>
                  <a:srgbClr val="000000"/>
                </a:solidFill>
                <a:latin typeface="Arial"/>
              </a:rPr>
              <a:t> </a:t>
            </a:r>
            <a:r>
              <a:rPr lang="en-US" sz="2000" b="0" i="0" u="none" strike="noStrike" dirty="0">
                <a:solidFill>
                  <a:srgbClr val="000000"/>
                </a:solidFill>
                <a:latin typeface="Arial"/>
              </a:rPr>
              <a:t>latency</a:t>
            </a:r>
          </a:p>
        </c:rich>
      </c:tx>
      <c:overlay val="0"/>
    </c:title>
    <c:autoTitleDeleted val="0"/>
    <c:plotArea>
      <c:layout/>
      <c:lineChart>
        <c:grouping val="standard"/>
        <c:varyColors val="0"/>
        <c:ser>
          <c:idx val="0"/>
          <c:order val="0"/>
          <c:tx>
            <c:strRef>
              <c:f>Sheet1!$B$1</c:f>
              <c:strCache>
                <c:ptCount val="1"/>
                <c:pt idx="0">
                  <c:v>p50 (1 IO thread)</c:v>
                </c:pt>
              </c:strCache>
            </c:strRef>
          </c:tx>
          <c:spPr>
            <a:ln w="25400" cap="flat">
              <a:solidFill>
                <a:schemeClr val="accent6"/>
              </a:solidFill>
              <a:prstDash val="solid"/>
              <a:round/>
            </a:ln>
            <a:effectLst/>
          </c:spPr>
          <c:marker>
            <c:symbol val="circle"/>
            <c:size val="6"/>
            <c:spPr>
              <a:solidFill>
                <a:schemeClr val="accent6"/>
              </a:solidFill>
              <a:ln w="9525" cap="flat">
                <a:solidFill>
                  <a:srgbClr val="8B0000"/>
                </a:solidFill>
                <a:prstDash val="solid"/>
                <a:round/>
              </a:ln>
              <a:effectLst/>
            </c:spPr>
          </c:marker>
          <c:cat>
            <c:strRef>
              <c:f>Sheet1!$A$2:$A$25</c:f>
              <c:strCache>
                <c:ptCount val="24"/>
                <c:pt idx="0">
                  <c:v>50K</c:v>
                </c:pt>
                <c:pt idx="1">
                  <c:v>100K</c:v>
                </c:pt>
                <c:pt idx="2">
                  <c:v>150K</c:v>
                </c:pt>
                <c:pt idx="3">
                  <c:v>200K</c:v>
                </c:pt>
                <c:pt idx="4">
                  <c:v>250K</c:v>
                </c:pt>
                <c:pt idx="5">
                  <c:v>300K</c:v>
                </c:pt>
                <c:pt idx="6">
                  <c:v>350K</c:v>
                </c:pt>
                <c:pt idx="7">
                  <c:v>400K</c:v>
                </c:pt>
                <c:pt idx="8">
                  <c:v>450K</c:v>
                </c:pt>
                <c:pt idx="9">
                  <c:v>500K</c:v>
                </c:pt>
                <c:pt idx="10">
                  <c:v>550K</c:v>
                </c:pt>
                <c:pt idx="11">
                  <c:v>600K</c:v>
                </c:pt>
                <c:pt idx="12">
                  <c:v>650K</c:v>
                </c:pt>
                <c:pt idx="13">
                  <c:v>700K</c:v>
                </c:pt>
                <c:pt idx="14">
                  <c:v>750K</c:v>
                </c:pt>
                <c:pt idx="15">
                  <c:v>800K</c:v>
                </c:pt>
                <c:pt idx="16">
                  <c:v>850K</c:v>
                </c:pt>
                <c:pt idx="17">
                  <c:v>900K</c:v>
                </c:pt>
                <c:pt idx="18">
                  <c:v>950K</c:v>
                </c:pt>
                <c:pt idx="19">
                  <c:v>1000K</c:v>
                </c:pt>
                <c:pt idx="20">
                  <c:v>1050K</c:v>
                </c:pt>
                <c:pt idx="21">
                  <c:v>1100K</c:v>
                </c:pt>
                <c:pt idx="22">
                  <c:v>1150K</c:v>
                </c:pt>
                <c:pt idx="23">
                  <c:v>1200K</c:v>
                </c:pt>
              </c:strCache>
            </c:strRef>
          </c:cat>
          <c:val>
            <c:numRef>
              <c:f>Sheet1!$B$2:$B$25</c:f>
              <c:numCache>
                <c:formatCode>General</c:formatCode>
                <c:ptCount val="24"/>
                <c:pt idx="0">
                  <c:v>145.4</c:v>
                </c:pt>
                <c:pt idx="1">
                  <c:v>425.6</c:v>
                </c:pt>
                <c:pt idx="2">
                  <c:v>697</c:v>
                </c:pt>
                <c:pt idx="3">
                  <c:v>5000</c:v>
                </c:pt>
                <c:pt idx="4">
                  <c:v>5000</c:v>
                </c:pt>
                <c:pt idx="5">
                  <c:v>5000</c:v>
                </c:pt>
                <c:pt idx="6">
                  <c:v>5000</c:v>
                </c:pt>
                <c:pt idx="7">
                  <c:v>5000</c:v>
                </c:pt>
                <c:pt idx="8">
                  <c:v>5000</c:v>
                </c:pt>
                <c:pt idx="9">
                  <c:v>5000</c:v>
                </c:pt>
                <c:pt idx="10">
                  <c:v>5000</c:v>
                </c:pt>
                <c:pt idx="11">
                  <c:v>5000</c:v>
                </c:pt>
                <c:pt idx="12">
                  <c:v>5000</c:v>
                </c:pt>
                <c:pt idx="13">
                  <c:v>5000</c:v>
                </c:pt>
                <c:pt idx="14">
                  <c:v>5000</c:v>
                </c:pt>
                <c:pt idx="15">
                  <c:v>5000</c:v>
                </c:pt>
                <c:pt idx="16">
                  <c:v>5000</c:v>
                </c:pt>
                <c:pt idx="17">
                  <c:v>5000</c:v>
                </c:pt>
                <c:pt idx="18">
                  <c:v>5000</c:v>
                </c:pt>
                <c:pt idx="19">
                  <c:v>5000</c:v>
                </c:pt>
                <c:pt idx="20">
                  <c:v>5000</c:v>
                </c:pt>
                <c:pt idx="21">
                  <c:v>5000</c:v>
                </c:pt>
                <c:pt idx="22">
                  <c:v>5000</c:v>
                </c:pt>
                <c:pt idx="23">
                  <c:v>5000</c:v>
                </c:pt>
              </c:numCache>
            </c:numRef>
          </c:val>
          <c:smooth val="0"/>
          <c:extLst>
            <c:ext xmlns:c16="http://schemas.microsoft.com/office/drawing/2014/chart" uri="{C3380CC4-5D6E-409C-BE32-E72D297353CC}">
              <c16:uniqueId val="{00000000-0310-9B44-9F02-AE6681E1E484}"/>
            </c:ext>
          </c:extLst>
        </c:ser>
        <c:ser>
          <c:idx val="1"/>
          <c:order val="1"/>
          <c:tx>
            <c:strRef>
              <c:f>Sheet1!$C$1</c:f>
              <c:strCache>
                <c:ptCount val="1"/>
                <c:pt idx="0">
                  <c:v>p99 (1 IO thread)</c:v>
                </c:pt>
              </c:strCache>
            </c:strRef>
          </c:tx>
          <c:spPr>
            <a:ln w="25400" cap="flat">
              <a:solidFill>
                <a:schemeClr val="accent5"/>
              </a:solidFill>
              <a:prstDash val="solid"/>
              <a:round/>
            </a:ln>
            <a:effectLst/>
          </c:spPr>
          <c:marker>
            <c:symbol val="circle"/>
            <c:size val="6"/>
            <c:spPr>
              <a:solidFill>
                <a:schemeClr val="accent5"/>
              </a:solidFill>
              <a:ln w="9525" cap="flat">
                <a:solidFill>
                  <a:srgbClr val="0000CD"/>
                </a:solidFill>
                <a:prstDash val="solid"/>
                <a:round/>
              </a:ln>
              <a:effectLst/>
            </c:spPr>
          </c:marker>
          <c:cat>
            <c:strRef>
              <c:f>Sheet1!$A$2:$A$25</c:f>
              <c:strCache>
                <c:ptCount val="24"/>
                <c:pt idx="0">
                  <c:v>50K</c:v>
                </c:pt>
                <c:pt idx="1">
                  <c:v>100K</c:v>
                </c:pt>
                <c:pt idx="2">
                  <c:v>150K</c:v>
                </c:pt>
                <c:pt idx="3">
                  <c:v>200K</c:v>
                </c:pt>
                <c:pt idx="4">
                  <c:v>250K</c:v>
                </c:pt>
                <c:pt idx="5">
                  <c:v>300K</c:v>
                </c:pt>
                <c:pt idx="6">
                  <c:v>350K</c:v>
                </c:pt>
                <c:pt idx="7">
                  <c:v>400K</c:v>
                </c:pt>
                <c:pt idx="8">
                  <c:v>450K</c:v>
                </c:pt>
                <c:pt idx="9">
                  <c:v>500K</c:v>
                </c:pt>
                <c:pt idx="10">
                  <c:v>550K</c:v>
                </c:pt>
                <c:pt idx="11">
                  <c:v>600K</c:v>
                </c:pt>
                <c:pt idx="12">
                  <c:v>650K</c:v>
                </c:pt>
                <c:pt idx="13">
                  <c:v>700K</c:v>
                </c:pt>
                <c:pt idx="14">
                  <c:v>750K</c:v>
                </c:pt>
                <c:pt idx="15">
                  <c:v>800K</c:v>
                </c:pt>
                <c:pt idx="16">
                  <c:v>850K</c:v>
                </c:pt>
                <c:pt idx="17">
                  <c:v>900K</c:v>
                </c:pt>
                <c:pt idx="18">
                  <c:v>950K</c:v>
                </c:pt>
                <c:pt idx="19">
                  <c:v>1000K</c:v>
                </c:pt>
                <c:pt idx="20">
                  <c:v>1050K</c:v>
                </c:pt>
                <c:pt idx="21">
                  <c:v>1100K</c:v>
                </c:pt>
                <c:pt idx="22">
                  <c:v>1150K</c:v>
                </c:pt>
                <c:pt idx="23">
                  <c:v>1200K</c:v>
                </c:pt>
              </c:strCache>
            </c:strRef>
          </c:cat>
          <c:val>
            <c:numRef>
              <c:f>Sheet1!$C$2:$C$25</c:f>
              <c:numCache>
                <c:formatCode>General</c:formatCode>
                <c:ptCount val="24"/>
                <c:pt idx="0">
                  <c:v>650.20000000000005</c:v>
                </c:pt>
                <c:pt idx="1">
                  <c:v>858</c:v>
                </c:pt>
                <c:pt idx="2">
                  <c:v>1557</c:v>
                </c:pt>
                <c:pt idx="3">
                  <c:v>5000</c:v>
                </c:pt>
                <c:pt idx="4">
                  <c:v>5000</c:v>
                </c:pt>
                <c:pt idx="5">
                  <c:v>5000</c:v>
                </c:pt>
                <c:pt idx="6">
                  <c:v>5000</c:v>
                </c:pt>
                <c:pt idx="7">
                  <c:v>5000</c:v>
                </c:pt>
                <c:pt idx="8">
                  <c:v>5000</c:v>
                </c:pt>
                <c:pt idx="9">
                  <c:v>5000</c:v>
                </c:pt>
                <c:pt idx="10">
                  <c:v>5000</c:v>
                </c:pt>
                <c:pt idx="11">
                  <c:v>5000</c:v>
                </c:pt>
                <c:pt idx="12">
                  <c:v>5000</c:v>
                </c:pt>
                <c:pt idx="13">
                  <c:v>5000</c:v>
                </c:pt>
                <c:pt idx="14">
                  <c:v>5000</c:v>
                </c:pt>
                <c:pt idx="15">
                  <c:v>5000</c:v>
                </c:pt>
                <c:pt idx="16">
                  <c:v>5000</c:v>
                </c:pt>
                <c:pt idx="17">
                  <c:v>5000</c:v>
                </c:pt>
                <c:pt idx="18">
                  <c:v>5000</c:v>
                </c:pt>
                <c:pt idx="19">
                  <c:v>5000</c:v>
                </c:pt>
                <c:pt idx="20">
                  <c:v>5000</c:v>
                </c:pt>
                <c:pt idx="21">
                  <c:v>5000</c:v>
                </c:pt>
                <c:pt idx="22">
                  <c:v>5000</c:v>
                </c:pt>
                <c:pt idx="23">
                  <c:v>5000</c:v>
                </c:pt>
              </c:numCache>
            </c:numRef>
          </c:val>
          <c:smooth val="0"/>
          <c:extLst>
            <c:ext xmlns:c16="http://schemas.microsoft.com/office/drawing/2014/chart" uri="{C3380CC4-5D6E-409C-BE32-E72D297353CC}">
              <c16:uniqueId val="{00000001-0310-9B44-9F02-AE6681E1E484}"/>
            </c:ext>
          </c:extLst>
        </c:ser>
        <c:ser>
          <c:idx val="2"/>
          <c:order val="2"/>
          <c:tx>
            <c:strRef>
              <c:f>Sheet1!$D$1</c:f>
              <c:strCache>
                <c:ptCount val="1"/>
                <c:pt idx="0">
                  <c:v>p50 (9 IO threads)</c:v>
                </c:pt>
              </c:strCache>
            </c:strRef>
          </c:tx>
          <c:spPr>
            <a:ln w="25400" cap="flat">
              <a:solidFill>
                <a:srgbClr val="0000CD"/>
              </a:solidFill>
              <a:prstDash val="solid"/>
              <a:round/>
            </a:ln>
            <a:effectLst/>
          </c:spPr>
          <c:marker>
            <c:symbol val="circle"/>
            <c:size val="6"/>
            <c:spPr>
              <a:solidFill>
                <a:srgbClr val="0000CD"/>
              </a:solidFill>
              <a:ln w="9525" cap="flat">
                <a:solidFill>
                  <a:srgbClr val="0000CD"/>
                </a:solidFill>
                <a:prstDash val="solid"/>
                <a:round/>
              </a:ln>
              <a:effectLst/>
            </c:spPr>
          </c:marker>
          <c:cat>
            <c:strRef>
              <c:f>Sheet1!$A$2:$A$25</c:f>
              <c:strCache>
                <c:ptCount val="24"/>
                <c:pt idx="0">
                  <c:v>50K</c:v>
                </c:pt>
                <c:pt idx="1">
                  <c:v>100K</c:v>
                </c:pt>
                <c:pt idx="2">
                  <c:v>150K</c:v>
                </c:pt>
                <c:pt idx="3">
                  <c:v>200K</c:v>
                </c:pt>
                <c:pt idx="4">
                  <c:v>250K</c:v>
                </c:pt>
                <c:pt idx="5">
                  <c:v>300K</c:v>
                </c:pt>
                <c:pt idx="6">
                  <c:v>350K</c:v>
                </c:pt>
                <c:pt idx="7">
                  <c:v>400K</c:v>
                </c:pt>
                <c:pt idx="8">
                  <c:v>450K</c:v>
                </c:pt>
                <c:pt idx="9">
                  <c:v>500K</c:v>
                </c:pt>
                <c:pt idx="10">
                  <c:v>550K</c:v>
                </c:pt>
                <c:pt idx="11">
                  <c:v>600K</c:v>
                </c:pt>
                <c:pt idx="12">
                  <c:v>650K</c:v>
                </c:pt>
                <c:pt idx="13">
                  <c:v>700K</c:v>
                </c:pt>
                <c:pt idx="14">
                  <c:v>750K</c:v>
                </c:pt>
                <c:pt idx="15">
                  <c:v>800K</c:v>
                </c:pt>
                <c:pt idx="16">
                  <c:v>850K</c:v>
                </c:pt>
                <c:pt idx="17">
                  <c:v>900K</c:v>
                </c:pt>
                <c:pt idx="18">
                  <c:v>950K</c:v>
                </c:pt>
                <c:pt idx="19">
                  <c:v>1000K</c:v>
                </c:pt>
                <c:pt idx="20">
                  <c:v>1050K</c:v>
                </c:pt>
                <c:pt idx="21">
                  <c:v>1100K</c:v>
                </c:pt>
                <c:pt idx="22">
                  <c:v>1150K</c:v>
                </c:pt>
                <c:pt idx="23">
                  <c:v>1200K</c:v>
                </c:pt>
              </c:strCache>
            </c:strRef>
          </c:cat>
          <c:val>
            <c:numRef>
              <c:f>Sheet1!$D$2:$D$25</c:f>
              <c:numCache>
                <c:formatCode>General</c:formatCode>
                <c:ptCount val="24"/>
                <c:pt idx="0">
                  <c:v>133.4</c:v>
                </c:pt>
                <c:pt idx="1">
                  <c:v>181</c:v>
                </c:pt>
                <c:pt idx="2">
                  <c:v>202</c:v>
                </c:pt>
                <c:pt idx="3">
                  <c:v>245.3</c:v>
                </c:pt>
                <c:pt idx="4">
                  <c:v>280.7</c:v>
                </c:pt>
                <c:pt idx="5">
                  <c:v>313</c:v>
                </c:pt>
                <c:pt idx="6">
                  <c:v>339.7</c:v>
                </c:pt>
                <c:pt idx="7">
                  <c:v>374.3</c:v>
                </c:pt>
                <c:pt idx="8">
                  <c:v>414</c:v>
                </c:pt>
                <c:pt idx="9">
                  <c:v>451.7</c:v>
                </c:pt>
                <c:pt idx="10">
                  <c:v>480.7</c:v>
                </c:pt>
                <c:pt idx="11">
                  <c:v>512.6</c:v>
                </c:pt>
                <c:pt idx="12">
                  <c:v>543.9</c:v>
                </c:pt>
                <c:pt idx="13">
                  <c:v>578</c:v>
                </c:pt>
                <c:pt idx="14">
                  <c:v>616.79999999999995</c:v>
                </c:pt>
                <c:pt idx="15">
                  <c:v>646</c:v>
                </c:pt>
                <c:pt idx="16">
                  <c:v>681.5</c:v>
                </c:pt>
                <c:pt idx="17">
                  <c:v>716.9</c:v>
                </c:pt>
                <c:pt idx="18">
                  <c:v>750.7</c:v>
                </c:pt>
                <c:pt idx="19">
                  <c:v>775</c:v>
                </c:pt>
                <c:pt idx="20">
                  <c:v>811.9</c:v>
                </c:pt>
                <c:pt idx="21">
                  <c:v>853.3</c:v>
                </c:pt>
                <c:pt idx="22">
                  <c:v>5000</c:v>
                </c:pt>
                <c:pt idx="23">
                  <c:v>5000</c:v>
                </c:pt>
              </c:numCache>
            </c:numRef>
          </c:val>
          <c:smooth val="0"/>
          <c:extLst>
            <c:ext xmlns:c16="http://schemas.microsoft.com/office/drawing/2014/chart" uri="{C3380CC4-5D6E-409C-BE32-E72D297353CC}">
              <c16:uniqueId val="{00000001-0310-9B44-9F02-AE6681E1E484}"/>
            </c:ext>
          </c:extLst>
        </c:ser>
        <c:ser>
          <c:idx val="3"/>
          <c:order val="3"/>
          <c:tx>
            <c:strRef>
              <c:f>Sheet1!$E$1</c:f>
              <c:strCache>
                <c:ptCount val="1"/>
                <c:pt idx="0">
                  <c:v>p99 (9 IO threads)</c:v>
                </c:pt>
              </c:strCache>
            </c:strRef>
          </c:tx>
          <c:spPr>
            <a:ln w="25400" cap="flat">
              <a:solidFill>
                <a:srgbClr val="0000CD"/>
              </a:solidFill>
              <a:prstDash val="solid"/>
              <a:round/>
            </a:ln>
            <a:effectLst/>
          </c:spPr>
          <c:marker>
            <c:symbol val="circle"/>
            <c:size val="6"/>
            <c:spPr>
              <a:solidFill>
                <a:srgbClr val="0000CD"/>
              </a:solidFill>
              <a:ln w="9525" cap="flat">
                <a:solidFill>
                  <a:srgbClr val="0000CD"/>
                </a:solidFill>
                <a:prstDash val="solid"/>
                <a:round/>
              </a:ln>
              <a:effectLst/>
            </c:spPr>
          </c:marker>
          <c:cat>
            <c:strRef>
              <c:f>Sheet1!$A$2:$A$25</c:f>
              <c:strCache>
                <c:ptCount val="24"/>
                <c:pt idx="0">
                  <c:v>50K</c:v>
                </c:pt>
                <c:pt idx="1">
                  <c:v>100K</c:v>
                </c:pt>
                <c:pt idx="2">
                  <c:v>150K</c:v>
                </c:pt>
                <c:pt idx="3">
                  <c:v>200K</c:v>
                </c:pt>
                <c:pt idx="4">
                  <c:v>250K</c:v>
                </c:pt>
                <c:pt idx="5">
                  <c:v>300K</c:v>
                </c:pt>
                <c:pt idx="6">
                  <c:v>350K</c:v>
                </c:pt>
                <c:pt idx="7">
                  <c:v>400K</c:v>
                </c:pt>
                <c:pt idx="8">
                  <c:v>450K</c:v>
                </c:pt>
                <c:pt idx="9">
                  <c:v>500K</c:v>
                </c:pt>
                <c:pt idx="10">
                  <c:v>550K</c:v>
                </c:pt>
                <c:pt idx="11">
                  <c:v>600K</c:v>
                </c:pt>
                <c:pt idx="12">
                  <c:v>650K</c:v>
                </c:pt>
                <c:pt idx="13">
                  <c:v>700K</c:v>
                </c:pt>
                <c:pt idx="14">
                  <c:v>750K</c:v>
                </c:pt>
                <c:pt idx="15">
                  <c:v>800K</c:v>
                </c:pt>
                <c:pt idx="16">
                  <c:v>850K</c:v>
                </c:pt>
                <c:pt idx="17">
                  <c:v>900K</c:v>
                </c:pt>
                <c:pt idx="18">
                  <c:v>950K</c:v>
                </c:pt>
                <c:pt idx="19">
                  <c:v>1000K</c:v>
                </c:pt>
                <c:pt idx="20">
                  <c:v>1050K</c:v>
                </c:pt>
                <c:pt idx="21">
                  <c:v>1100K</c:v>
                </c:pt>
                <c:pt idx="22">
                  <c:v>1150K</c:v>
                </c:pt>
                <c:pt idx="23">
                  <c:v>1200K</c:v>
                </c:pt>
              </c:strCache>
            </c:strRef>
          </c:cat>
          <c:val>
            <c:numRef>
              <c:f>Sheet1!$E$2:$E$25</c:f>
              <c:numCache>
                <c:formatCode>General</c:formatCode>
                <c:ptCount val="24"/>
                <c:pt idx="0">
                  <c:v>589.70000000000005</c:v>
                </c:pt>
                <c:pt idx="1">
                  <c:v>511.7</c:v>
                </c:pt>
                <c:pt idx="2">
                  <c:v>542.79999999999995</c:v>
                </c:pt>
                <c:pt idx="3">
                  <c:v>852.5</c:v>
                </c:pt>
                <c:pt idx="4">
                  <c:v>604.20000000000005</c:v>
                </c:pt>
                <c:pt idx="5">
                  <c:v>844.9</c:v>
                </c:pt>
                <c:pt idx="6">
                  <c:v>960.8</c:v>
                </c:pt>
                <c:pt idx="7">
                  <c:v>1066.8</c:v>
                </c:pt>
                <c:pt idx="8">
                  <c:v>843.5</c:v>
                </c:pt>
                <c:pt idx="9">
                  <c:v>1232.4000000000001</c:v>
                </c:pt>
                <c:pt idx="10">
                  <c:v>1214.7</c:v>
                </c:pt>
                <c:pt idx="11">
                  <c:v>1556.6</c:v>
                </c:pt>
                <c:pt idx="12">
                  <c:v>973.1</c:v>
                </c:pt>
                <c:pt idx="13">
                  <c:v>1820.4</c:v>
                </c:pt>
                <c:pt idx="14">
                  <c:v>1205.4000000000001</c:v>
                </c:pt>
                <c:pt idx="15">
                  <c:v>1866.9</c:v>
                </c:pt>
                <c:pt idx="16">
                  <c:v>1650.1</c:v>
                </c:pt>
                <c:pt idx="17">
                  <c:v>2059.6</c:v>
                </c:pt>
                <c:pt idx="18">
                  <c:v>1445.9</c:v>
                </c:pt>
                <c:pt idx="19">
                  <c:v>1658.2</c:v>
                </c:pt>
                <c:pt idx="20">
                  <c:v>1450.9</c:v>
                </c:pt>
                <c:pt idx="21">
                  <c:v>2334.5</c:v>
                </c:pt>
                <c:pt idx="22">
                  <c:v>5000</c:v>
                </c:pt>
                <c:pt idx="23">
                  <c:v>5000</c:v>
                </c:pt>
              </c:numCache>
            </c:numRef>
          </c:val>
          <c:smooth val="0"/>
          <c:extLst>
            <c:ext xmlns:c16="http://schemas.microsoft.com/office/drawing/2014/chart" uri="{C3380CC4-5D6E-409C-BE32-E72D297353CC}">
              <c16:uniqueId val="{00000001-0310-9B44-9F02-AE6681E1E484}"/>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5000"/>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900"/>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Cache throughput</c:v>
                </c:pt>
              </c:strCache>
            </c:strRef>
          </c:tx>
          <c:spPr>
            <a:ln w="31750">
              <a:solidFill>
                <a:schemeClr val="accent5"/>
              </a:solidFill>
            </a:ln>
          </c:spPr>
          <c:marker>
            <c:symbol val="none"/>
          </c:marker>
          <c:cat>
            <c:numRef>
              <c:f>Sheet1!$A$2:$A$26</c:f>
              <c:numCache>
                <c:formatCode>General</c:formatCode>
                <c:ptCount val="25"/>
              </c:numCache>
            </c:numRef>
          </c:cat>
          <c:val>
            <c:numRef>
              <c:f>Sheet1!$B$2:$B$26</c:f>
              <c:numCache>
                <c:formatCode>General</c:formatCode>
                <c:ptCount val="25"/>
                <c:pt idx="0">
                  <c:v>15000</c:v>
                </c:pt>
                <c:pt idx="1">
                  <c:v>12000</c:v>
                </c:pt>
                <c:pt idx="2">
                  <c:v>10000</c:v>
                </c:pt>
                <c:pt idx="3">
                  <c:v>8000</c:v>
                </c:pt>
                <c:pt idx="4">
                  <c:v>10000</c:v>
                </c:pt>
                <c:pt idx="5">
                  <c:v>15000</c:v>
                </c:pt>
                <c:pt idx="6">
                  <c:v>20000</c:v>
                </c:pt>
                <c:pt idx="7">
                  <c:v>30000</c:v>
                </c:pt>
                <c:pt idx="8">
                  <c:v>35000</c:v>
                </c:pt>
                <c:pt idx="9">
                  <c:v>40000</c:v>
                </c:pt>
                <c:pt idx="10">
                  <c:v>50000</c:v>
                </c:pt>
                <c:pt idx="11">
                  <c:v>90000</c:v>
                </c:pt>
                <c:pt idx="12">
                  <c:v>180000</c:v>
                </c:pt>
                <c:pt idx="13">
                  <c:v>120000</c:v>
                </c:pt>
                <c:pt idx="14">
                  <c:v>60000</c:v>
                </c:pt>
                <c:pt idx="15">
                  <c:v>55000</c:v>
                </c:pt>
                <c:pt idx="16">
                  <c:v>70000</c:v>
                </c:pt>
                <c:pt idx="17">
                  <c:v>110000</c:v>
                </c:pt>
                <c:pt idx="18">
                  <c:v>150000</c:v>
                </c:pt>
                <c:pt idx="19">
                  <c:v>160000</c:v>
                </c:pt>
                <c:pt idx="20">
                  <c:v>140000</c:v>
                </c:pt>
                <c:pt idx="21">
                  <c:v>100000</c:v>
                </c:pt>
                <c:pt idx="22">
                  <c:v>60000</c:v>
                </c:pt>
                <c:pt idx="23">
                  <c:v>30000</c:v>
                </c:pt>
                <c:pt idx="24">
                  <c:v>15000</c:v>
                </c:pt>
              </c:numCache>
            </c:numRef>
          </c:val>
          <c:smooth val="1"/>
          <c:extLst>
            <c:ext xmlns:c16="http://schemas.microsoft.com/office/drawing/2014/chart" uri="{C3380CC4-5D6E-409C-BE32-E72D297353CC}">
              <c16:uniqueId val="{00000000-A90F-2442-BC66-C5BB476B131E}"/>
            </c:ext>
          </c:extLst>
        </c:ser>
        <c:ser>
          <c:idx val="1"/>
          <c:order val="1"/>
          <c:tx>
            <c:strRef>
              <c:f>Sheet1!$C$1</c:f>
              <c:strCache>
                <c:ptCount val="1"/>
                <c:pt idx="0">
                  <c:v>Provisioned capacity (r6g.large)</c:v>
                </c:pt>
              </c:strCache>
            </c:strRef>
          </c:tx>
          <c:spPr>
            <a:ln w="25400">
              <a:solidFill>
                <a:schemeClr val="accent3"/>
              </a:solidFill>
            </a:ln>
          </c:spPr>
          <c:marker>
            <c:symbol val="none"/>
          </c:marker>
          <c:cat>
            <c:numRef>
              <c:f>Sheet1!$A$2:$A$26</c:f>
              <c:numCache>
                <c:formatCode>General</c:formatCode>
                <c:ptCount val="25"/>
              </c:numCache>
            </c:numRef>
          </c:cat>
          <c:val>
            <c:numRef>
              <c:f>Sheet1!$C$2:$C$26</c:f>
              <c:numCache>
                <c:formatCode>General</c:formatCode>
                <c:ptCount val="25"/>
                <c:pt idx="0">
                  <c:v>75000</c:v>
                </c:pt>
                <c:pt idx="1">
                  <c:v>75000</c:v>
                </c:pt>
                <c:pt idx="2">
                  <c:v>75000</c:v>
                </c:pt>
                <c:pt idx="3">
                  <c:v>75000</c:v>
                </c:pt>
                <c:pt idx="4">
                  <c:v>75000</c:v>
                </c:pt>
                <c:pt idx="5">
                  <c:v>75000</c:v>
                </c:pt>
                <c:pt idx="6">
                  <c:v>75000</c:v>
                </c:pt>
                <c:pt idx="7">
                  <c:v>75000</c:v>
                </c:pt>
                <c:pt idx="8">
                  <c:v>75000</c:v>
                </c:pt>
                <c:pt idx="9">
                  <c:v>75000</c:v>
                </c:pt>
                <c:pt idx="10">
                  <c:v>75000</c:v>
                </c:pt>
                <c:pt idx="11">
                  <c:v>150000</c:v>
                </c:pt>
                <c:pt idx="12">
                  <c:v>225000</c:v>
                </c:pt>
                <c:pt idx="13">
                  <c:v>225000</c:v>
                </c:pt>
                <c:pt idx="14">
                  <c:v>150000</c:v>
                </c:pt>
                <c:pt idx="15">
                  <c:v>150000</c:v>
                </c:pt>
                <c:pt idx="16">
                  <c:v>150000</c:v>
                </c:pt>
                <c:pt idx="17">
                  <c:v>225000</c:v>
                </c:pt>
                <c:pt idx="18">
                  <c:v>225000</c:v>
                </c:pt>
                <c:pt idx="19">
                  <c:v>225000</c:v>
                </c:pt>
                <c:pt idx="20">
                  <c:v>225000</c:v>
                </c:pt>
                <c:pt idx="21">
                  <c:v>150000</c:v>
                </c:pt>
                <c:pt idx="22">
                  <c:v>150000</c:v>
                </c:pt>
                <c:pt idx="23">
                  <c:v>75000</c:v>
                </c:pt>
                <c:pt idx="24">
                  <c:v>75000</c:v>
                </c:pt>
              </c:numCache>
            </c:numRef>
          </c:val>
          <c:smooth val="0"/>
          <c:extLst>
            <c:ext xmlns:c16="http://schemas.microsoft.com/office/drawing/2014/chart" uri="{C3380CC4-5D6E-409C-BE32-E72D297353CC}">
              <c16:uniqueId val="{00000001-A90F-2442-BC66-C5BB476B131E}"/>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title>
          <c:tx>
            <c:rich>
              <a:bodyPr/>
              <a:lstStyle/>
              <a:p>
                <a:pPr>
                  <a:defRPr/>
                </a:pPr>
                <a:r>
                  <a:rPr lang="en-US"/>
                  <a:t>Time during the day</a:t>
                </a:r>
              </a:p>
            </c:rich>
          </c:tx>
          <c:overlay val="0"/>
        </c:title>
        <c:numFmt formatCode="General" sourceLinked="0"/>
        <c:majorTickMark val="out"/>
        <c:minorTickMark val="none"/>
        <c:tickLblPos val="none"/>
        <c:crossAx val="2140495176"/>
        <c:crosses val="autoZero"/>
        <c:auto val="1"/>
        <c:lblAlgn val="ctr"/>
        <c:lblOffset val="100"/>
        <c:noMultiLvlLbl val="0"/>
      </c:catAx>
      <c:valAx>
        <c:axId val="2140495176"/>
        <c:scaling>
          <c:orientation val="minMax"/>
          <c:max val="400000"/>
          <c:min val="0"/>
        </c:scaling>
        <c:delete val="0"/>
        <c:axPos val="l"/>
        <c:majorGridlines/>
        <c:title>
          <c:tx>
            <c:rich>
              <a:bodyPr/>
              <a:lstStyle/>
              <a:p>
                <a:pPr>
                  <a:defRPr/>
                </a:pPr>
                <a:r>
                  <a:rPr lang="en-US"/>
                  <a:t>Throughput (req/s)</a:t>
                </a:r>
              </a:p>
            </c:rich>
          </c:tx>
          <c:layout>
            <c:manualLayout>
              <c:xMode val="edge"/>
              <c:yMode val="edge"/>
              <c:x val="4.8329847019860806E-3"/>
              <c:y val="0.26428652186737428"/>
            </c:manualLayout>
          </c:layout>
          <c:overlay val="0"/>
        </c:title>
        <c:numFmt formatCode="General" sourceLinked="1"/>
        <c:majorTickMark val="out"/>
        <c:minorTickMark val="none"/>
        <c:tickLblPos val="nextTo"/>
        <c:crossAx val="2118791784"/>
        <c:crosses val="autoZero"/>
        <c:crossBetween val="between"/>
        <c:majorUnit val="100000"/>
      </c:valAx>
    </c:plotArea>
    <c:legend>
      <c:legendPos val="b"/>
      <c:overlay val="0"/>
    </c:legend>
    <c:plotVisOnly val="1"/>
    <c:dispBlanksAs val="gap"/>
    <c:showDLblsOverMax val="0"/>
  </c:chart>
  <c:txPr>
    <a:bodyPr/>
    <a:lstStyle/>
    <a:p>
      <a:pPr>
        <a:defRPr sz="1800">
          <a:latin typeface="Arial" panose="020B0604020202020204" pitchFamily="34" charset="0"/>
          <a:cs typeface="Arial" panose="020B0604020202020204" pitchFamily="34" charset="0"/>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60A7F18-A111-AB6A-97B8-B13BD21983D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E721FC1-A360-DBB8-0D4E-F8382AEAEE4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A8BFF4-3DC3-D34C-B801-A1856919C1BB}" type="datetimeFigureOut">
              <a:rPr lang="en-US" smtClean="0"/>
              <a:t>8/26/26</a:t>
            </a:fld>
            <a:endParaRPr lang="en-US"/>
          </a:p>
        </p:txBody>
      </p:sp>
      <p:sp>
        <p:nvSpPr>
          <p:cNvPr id="4" name="Footer Placeholder 3">
            <a:extLst>
              <a:ext uri="{FF2B5EF4-FFF2-40B4-BE49-F238E27FC236}">
                <a16:creationId xmlns:a16="http://schemas.microsoft.com/office/drawing/2014/main" id="{23CAE0C6-45D2-84B2-2F94-5D3078BB1BB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B69EAEC-8756-8E23-D948-BCAD92B39E9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4A76D86-3DF6-9345-A4E1-DF218D7231BC}" type="slidenum">
              <a:rPr lang="en-US" smtClean="0"/>
              <a:t>‹#›</a:t>
            </a:fld>
            <a:endParaRPr lang="en-US"/>
          </a:p>
        </p:txBody>
      </p:sp>
    </p:spTree>
    <p:extLst>
      <p:ext uri="{BB962C8B-B14F-4D97-AF65-F5344CB8AC3E}">
        <p14:creationId xmlns:p14="http://schemas.microsoft.com/office/powerpoint/2010/main" val="13043166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419100" y="4197679"/>
            <a:ext cx="6000750" cy="432880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Play"/>
                <a:ea typeface="Play"/>
                <a:cs typeface="Play"/>
                <a:sym typeface="Play"/>
              </a:defRPr>
            </a:lvl1pPr>
            <a:lvl2pPr marL="914400" marR="0" lvl="1" indent="-304800" algn="l" rtl="0">
              <a:spcBef>
                <a:spcPts val="300"/>
              </a:spcBef>
              <a:spcAft>
                <a:spcPts val="0"/>
              </a:spcAft>
              <a:buClr>
                <a:schemeClr val="dk1"/>
              </a:buClr>
              <a:buSzPts val="1200"/>
              <a:buFont typeface="Arial"/>
              <a:buChar char="•"/>
              <a:defRPr sz="1200" b="0" i="0" u="none" strike="noStrike" cap="none">
                <a:solidFill>
                  <a:schemeClr val="dk1"/>
                </a:solidFill>
                <a:latin typeface="Play"/>
                <a:ea typeface="Play"/>
                <a:cs typeface="Play"/>
                <a:sym typeface="Play"/>
              </a:defRPr>
            </a:lvl2pPr>
            <a:lvl3pPr marL="1371600" marR="0" lvl="2" indent="-304800" algn="l" rtl="0">
              <a:spcBef>
                <a:spcPts val="300"/>
              </a:spcBef>
              <a:spcAft>
                <a:spcPts val="0"/>
              </a:spcAft>
              <a:buClr>
                <a:schemeClr val="dk1"/>
              </a:buClr>
              <a:buSzPts val="1200"/>
              <a:buFont typeface="Arial"/>
              <a:buChar char="•"/>
              <a:defRPr sz="1200" b="0" i="0" u="none" strike="noStrike" cap="none">
                <a:solidFill>
                  <a:schemeClr val="dk1"/>
                </a:solidFill>
                <a:latin typeface="Play"/>
                <a:ea typeface="Play"/>
                <a:cs typeface="Play"/>
                <a:sym typeface="Play"/>
              </a:defRPr>
            </a:lvl3pPr>
            <a:lvl4pPr marL="1828800" marR="0" lvl="3" indent="-304800" algn="l" rtl="0">
              <a:spcBef>
                <a:spcPts val="300"/>
              </a:spcBef>
              <a:spcAft>
                <a:spcPts val="0"/>
              </a:spcAft>
              <a:buClr>
                <a:schemeClr val="dk1"/>
              </a:buClr>
              <a:buSzPts val="1200"/>
              <a:buFont typeface="Arial"/>
              <a:buChar char="•"/>
              <a:defRPr sz="1200" b="0" i="0" u="none" strike="noStrike" cap="none">
                <a:solidFill>
                  <a:schemeClr val="dk1"/>
                </a:solidFill>
                <a:latin typeface="Play"/>
                <a:ea typeface="Play"/>
                <a:cs typeface="Play"/>
                <a:sym typeface="Play"/>
              </a:defRPr>
            </a:lvl4pPr>
            <a:lvl5pPr marL="2286000" marR="0" lvl="4" indent="-304800" algn="l" rtl="0">
              <a:spcBef>
                <a:spcPts val="300"/>
              </a:spcBef>
              <a:spcAft>
                <a:spcPts val="0"/>
              </a:spcAft>
              <a:buClr>
                <a:schemeClr val="dk1"/>
              </a:buClr>
              <a:buSzPts val="1200"/>
              <a:buFont typeface="Arial"/>
              <a:buChar char="•"/>
              <a:defRPr sz="1200" b="0" i="0" u="none" strike="noStrike" cap="none">
                <a:solidFill>
                  <a:schemeClr val="dk1"/>
                </a:solidFill>
                <a:latin typeface="Play"/>
                <a:ea typeface="Play"/>
                <a:cs typeface="Play"/>
                <a:sym typeface="Play"/>
              </a:defRPr>
            </a:lvl5pPr>
            <a:lvl6pPr marL="2743200" marR="0" lvl="5" indent="-228600" algn="l" rtl="0">
              <a:spcBef>
                <a:spcPts val="30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5" name="Google Shape;5;n"/>
          <p:cNvSpPr txBox="1">
            <a:spLocks noGrp="1"/>
          </p:cNvSpPr>
          <p:nvPr>
            <p:ph type="sldNum" idx="12"/>
          </p:nvPr>
        </p:nvSpPr>
        <p:spPr>
          <a:xfrm>
            <a:off x="1943100" y="8685213"/>
            <a:ext cx="2971800" cy="458787"/>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None/>
            </a:pPr>
            <a:fld id="{00000000-1234-1234-1234-123412341234}" type="slidenum">
              <a:rPr lang="en-US" sz="1000" b="0" i="0" u="none" strike="noStrike" cap="none">
                <a:solidFill>
                  <a:schemeClr val="dk1"/>
                </a:solidFill>
                <a:latin typeface="Play"/>
                <a:ea typeface="Play"/>
                <a:cs typeface="Play"/>
                <a:sym typeface="Play"/>
              </a:rPr>
              <a:t>‹#›</a:t>
            </a:fld>
            <a:endParaRPr sz="1000" b="0" i="0" u="none" strike="noStrike" cap="none">
              <a:solidFill>
                <a:schemeClr val="dk1"/>
              </a:solidFill>
              <a:latin typeface="Play"/>
              <a:ea typeface="Play"/>
              <a:cs typeface="Play"/>
              <a:sym typeface="Play"/>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extLst>
    <p:ext uri="{620B2872-D7B9-4A21-9093-7833F8D536E1}">
      <p15:sldGuideLst xmlns:p15="http://schemas.microsoft.com/office/powerpoint/2012/main">
        <p15:guide id="1" pos="2160">
          <p15:clr>
            <a:srgbClr val="F26B43"/>
          </p15:clr>
        </p15:guide>
        <p15:guide id="2" orient="horz" pos="2880">
          <p15:clr>
            <a:srgbClr val="F26B43"/>
          </p15:clr>
        </p15:guide>
        <p15:guide id="3" pos="264">
          <p15:clr>
            <a:srgbClr val="F26B43"/>
          </p15:clr>
        </p15:guide>
        <p15:guide id="4" pos="4056">
          <p15:clr>
            <a:srgbClr val="F26B43"/>
          </p15:clr>
        </p15:guide>
        <p15:guide id="5" orient="horz" pos="288">
          <p15:clr>
            <a:srgbClr val="F26B43"/>
          </p15:clr>
        </p15:guide>
        <p15:guide id="6" orient="horz" pos="2640">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80160118-0A70-2C47-7ABD-FBB39A4C2474}"/>
            </a:ext>
          </a:extLst>
        </p:cNvPr>
        <p:cNvGrpSpPr/>
        <p:nvPr/>
      </p:nvGrpSpPr>
      <p:grpSpPr>
        <a:xfrm>
          <a:off x="0" y="0"/>
          <a:ext cx="0" cy="0"/>
          <a:chOff x="0" y="0"/>
          <a:chExt cx="0" cy="0"/>
        </a:xfrm>
      </p:grpSpPr>
      <p:sp>
        <p:nvSpPr>
          <p:cNvPr id="200" name="Google Shape;200;p8:notes">
            <a:extLst>
              <a:ext uri="{FF2B5EF4-FFF2-40B4-BE49-F238E27FC236}">
                <a16:creationId xmlns:a16="http://schemas.microsoft.com/office/drawing/2014/main" id="{CDA1A4B4-04C9-AA2B-8575-0AF685905210}"/>
              </a:ext>
            </a:extLst>
          </p:cNvPr>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8:notes">
            <a:extLst>
              <a:ext uri="{FF2B5EF4-FFF2-40B4-BE49-F238E27FC236}">
                <a16:creationId xmlns:a16="http://schemas.microsoft.com/office/drawing/2014/main" id="{B6744BB2-B2FB-BEF1-0B72-75CA0A94F600}"/>
              </a:ext>
            </a:extLst>
          </p:cNvPr>
          <p:cNvSpPr txBox="1">
            <a:spLocks noGrp="1"/>
          </p:cNvSpPr>
          <p:nvPr>
            <p:ph type="body" idx="1"/>
          </p:nvPr>
        </p:nvSpPr>
        <p:spPr>
          <a:xfrm>
            <a:off x="419100" y="4197679"/>
            <a:ext cx="6000750" cy="432880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One big </a:t>
            </a:r>
            <a:r>
              <a:rPr lang="en-US" dirty="0" err="1"/>
              <a:t>piller</a:t>
            </a:r>
            <a:r>
              <a:rPr lang="en-US" dirty="0"/>
              <a:t> was memory efficiency. We noticed there are a lot of pointer chasing in the Valkey implementation of the hash table, the core data structure. We were able to optimize this by embedding data in flexible memory allocations. This can save up to 8 bytes.</a:t>
            </a:r>
            <a:endParaRPr dirty="0"/>
          </a:p>
        </p:txBody>
      </p:sp>
      <p:sp>
        <p:nvSpPr>
          <p:cNvPr id="202" name="Google Shape;202;p8:notes">
            <a:extLst>
              <a:ext uri="{FF2B5EF4-FFF2-40B4-BE49-F238E27FC236}">
                <a16:creationId xmlns:a16="http://schemas.microsoft.com/office/drawing/2014/main" id="{36B5587A-54DB-00CE-0A5E-8507D48E07EA}"/>
              </a:ext>
            </a:extLst>
          </p:cNvPr>
          <p:cNvSpPr txBox="1">
            <a:spLocks noGrp="1"/>
          </p:cNvSpPr>
          <p:nvPr>
            <p:ph type="sldNum" idx="12"/>
          </p:nvPr>
        </p:nvSpPr>
        <p:spPr>
          <a:xfrm>
            <a:off x="1943100" y="8685213"/>
            <a:ext cx="2971800" cy="4587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31088353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2758F277-927A-FA24-ADA1-4766194DCF73}"/>
            </a:ext>
          </a:extLst>
        </p:cNvPr>
        <p:cNvGrpSpPr/>
        <p:nvPr/>
      </p:nvGrpSpPr>
      <p:grpSpPr>
        <a:xfrm>
          <a:off x="0" y="0"/>
          <a:ext cx="0" cy="0"/>
          <a:chOff x="0" y="0"/>
          <a:chExt cx="0" cy="0"/>
        </a:xfrm>
      </p:grpSpPr>
      <p:sp>
        <p:nvSpPr>
          <p:cNvPr id="200" name="Google Shape;200;p8:notes">
            <a:extLst>
              <a:ext uri="{FF2B5EF4-FFF2-40B4-BE49-F238E27FC236}">
                <a16:creationId xmlns:a16="http://schemas.microsoft.com/office/drawing/2014/main" id="{58CB7F9D-EA0A-1B30-F268-2F57D282F448}"/>
              </a:ext>
            </a:extLst>
          </p:cNvPr>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8:notes">
            <a:extLst>
              <a:ext uri="{FF2B5EF4-FFF2-40B4-BE49-F238E27FC236}">
                <a16:creationId xmlns:a16="http://schemas.microsoft.com/office/drawing/2014/main" id="{73F6524C-05C8-0E14-15AB-2AB3259109A1}"/>
              </a:ext>
            </a:extLst>
          </p:cNvPr>
          <p:cNvSpPr txBox="1">
            <a:spLocks noGrp="1"/>
          </p:cNvSpPr>
          <p:nvPr>
            <p:ph type="body" idx="1"/>
          </p:nvPr>
        </p:nvSpPr>
        <p:spPr>
          <a:xfrm>
            <a:off x="419100" y="4197679"/>
            <a:ext cx="6000750" cy="432880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One big </a:t>
            </a:r>
            <a:r>
              <a:rPr lang="en-US" dirty="0" err="1"/>
              <a:t>piller</a:t>
            </a:r>
            <a:r>
              <a:rPr lang="en-US" dirty="0"/>
              <a:t> was memory efficiency. We noticed there are a lot of pointer chasing in the Valkey implementation of the hash table, the core data structure. We were able to optimize this by embedding data in flexible memory allocations. This can save up to 8 bytes.</a:t>
            </a:r>
            <a:endParaRPr dirty="0"/>
          </a:p>
        </p:txBody>
      </p:sp>
      <p:sp>
        <p:nvSpPr>
          <p:cNvPr id="202" name="Google Shape;202;p8:notes">
            <a:extLst>
              <a:ext uri="{FF2B5EF4-FFF2-40B4-BE49-F238E27FC236}">
                <a16:creationId xmlns:a16="http://schemas.microsoft.com/office/drawing/2014/main" id="{E1CAD7CC-9B2C-616D-A0C2-82E0F9E7AF8A}"/>
              </a:ext>
            </a:extLst>
          </p:cNvPr>
          <p:cNvSpPr txBox="1">
            <a:spLocks noGrp="1"/>
          </p:cNvSpPr>
          <p:nvPr>
            <p:ph type="sldNum" idx="12"/>
          </p:nvPr>
        </p:nvSpPr>
        <p:spPr>
          <a:xfrm>
            <a:off x="1943100" y="8685213"/>
            <a:ext cx="2971800" cy="4587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2417484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BFD08710-BC6B-41E0-4C14-6254BAEC51CB}"/>
            </a:ext>
          </a:extLst>
        </p:cNvPr>
        <p:cNvGrpSpPr/>
        <p:nvPr/>
      </p:nvGrpSpPr>
      <p:grpSpPr>
        <a:xfrm>
          <a:off x="0" y="0"/>
          <a:ext cx="0" cy="0"/>
          <a:chOff x="0" y="0"/>
          <a:chExt cx="0" cy="0"/>
        </a:xfrm>
      </p:grpSpPr>
      <p:sp>
        <p:nvSpPr>
          <p:cNvPr id="200" name="Google Shape;200;p8:notes">
            <a:extLst>
              <a:ext uri="{FF2B5EF4-FFF2-40B4-BE49-F238E27FC236}">
                <a16:creationId xmlns:a16="http://schemas.microsoft.com/office/drawing/2014/main" id="{B1C3E751-5001-8847-C2EE-A5E681BC7836}"/>
              </a:ext>
            </a:extLst>
          </p:cNvPr>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8:notes">
            <a:extLst>
              <a:ext uri="{FF2B5EF4-FFF2-40B4-BE49-F238E27FC236}">
                <a16:creationId xmlns:a16="http://schemas.microsoft.com/office/drawing/2014/main" id="{8DDF92D9-D903-7506-AA23-FA6B39CFEACD}"/>
              </a:ext>
            </a:extLst>
          </p:cNvPr>
          <p:cNvSpPr txBox="1">
            <a:spLocks noGrp="1"/>
          </p:cNvSpPr>
          <p:nvPr>
            <p:ph type="body" idx="1"/>
          </p:nvPr>
        </p:nvSpPr>
        <p:spPr>
          <a:xfrm>
            <a:off x="419100" y="4197679"/>
            <a:ext cx="6000750" cy="432880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One big </a:t>
            </a:r>
            <a:r>
              <a:rPr lang="en-US" dirty="0" err="1"/>
              <a:t>piller</a:t>
            </a:r>
            <a:r>
              <a:rPr lang="en-US" dirty="0"/>
              <a:t> was memory efficiency. We noticed there are a lot of pointer chasing in the Valkey implementation of the hash table, the core data structure. We were able to optimize this by embedding data in flexible memory allocations. This can save up to 8 bytes.</a:t>
            </a:r>
            <a:endParaRPr dirty="0"/>
          </a:p>
        </p:txBody>
      </p:sp>
      <p:sp>
        <p:nvSpPr>
          <p:cNvPr id="202" name="Google Shape;202;p8:notes">
            <a:extLst>
              <a:ext uri="{FF2B5EF4-FFF2-40B4-BE49-F238E27FC236}">
                <a16:creationId xmlns:a16="http://schemas.microsoft.com/office/drawing/2014/main" id="{0C53FEE9-E3AA-508E-DBAD-BF253DFB7B64}"/>
              </a:ext>
            </a:extLst>
          </p:cNvPr>
          <p:cNvSpPr txBox="1">
            <a:spLocks noGrp="1"/>
          </p:cNvSpPr>
          <p:nvPr>
            <p:ph type="sldNum" idx="12"/>
          </p:nvPr>
        </p:nvSpPr>
        <p:spPr>
          <a:xfrm>
            <a:off x="1943100" y="8685213"/>
            <a:ext cx="2971800" cy="4587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8851803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DD03F631-7D28-743C-4ADE-AAF4FC855DEA}"/>
            </a:ext>
          </a:extLst>
        </p:cNvPr>
        <p:cNvGrpSpPr/>
        <p:nvPr/>
      </p:nvGrpSpPr>
      <p:grpSpPr>
        <a:xfrm>
          <a:off x="0" y="0"/>
          <a:ext cx="0" cy="0"/>
          <a:chOff x="0" y="0"/>
          <a:chExt cx="0" cy="0"/>
        </a:xfrm>
      </p:grpSpPr>
      <p:sp>
        <p:nvSpPr>
          <p:cNvPr id="200" name="Google Shape;200;p8:notes">
            <a:extLst>
              <a:ext uri="{FF2B5EF4-FFF2-40B4-BE49-F238E27FC236}">
                <a16:creationId xmlns:a16="http://schemas.microsoft.com/office/drawing/2014/main" id="{8CF7FA64-3A93-6DB4-F1E4-B9212C7E410F}"/>
              </a:ext>
            </a:extLst>
          </p:cNvPr>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8:notes">
            <a:extLst>
              <a:ext uri="{FF2B5EF4-FFF2-40B4-BE49-F238E27FC236}">
                <a16:creationId xmlns:a16="http://schemas.microsoft.com/office/drawing/2014/main" id="{3E01F56B-AE66-F47B-87CE-D1367272CB02}"/>
              </a:ext>
            </a:extLst>
          </p:cNvPr>
          <p:cNvSpPr txBox="1">
            <a:spLocks noGrp="1"/>
          </p:cNvSpPr>
          <p:nvPr>
            <p:ph type="body" idx="1"/>
          </p:nvPr>
        </p:nvSpPr>
        <p:spPr>
          <a:xfrm>
            <a:off x="419100" y="4197679"/>
            <a:ext cx="6000750" cy="432880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One big </a:t>
            </a:r>
            <a:r>
              <a:rPr lang="en-US" dirty="0" err="1"/>
              <a:t>piller</a:t>
            </a:r>
            <a:r>
              <a:rPr lang="en-US" dirty="0"/>
              <a:t> was memory efficiency. We noticed there are a lot of pointer chasing in the Valkey implementation of the hash table, the core data structure. We were able to optimize this by embedding data in flexible memory allocations. This can save up to 8 bytes.</a:t>
            </a:r>
            <a:endParaRPr dirty="0"/>
          </a:p>
        </p:txBody>
      </p:sp>
      <p:sp>
        <p:nvSpPr>
          <p:cNvPr id="202" name="Google Shape;202;p8:notes">
            <a:extLst>
              <a:ext uri="{FF2B5EF4-FFF2-40B4-BE49-F238E27FC236}">
                <a16:creationId xmlns:a16="http://schemas.microsoft.com/office/drawing/2014/main" id="{ED1BCEE1-C6DF-4554-C791-6FB7AFD59814}"/>
              </a:ext>
            </a:extLst>
          </p:cNvPr>
          <p:cNvSpPr txBox="1">
            <a:spLocks noGrp="1"/>
          </p:cNvSpPr>
          <p:nvPr>
            <p:ph type="sldNum" idx="12"/>
          </p:nvPr>
        </p:nvSpPr>
        <p:spPr>
          <a:xfrm>
            <a:off x="1943100" y="8685213"/>
            <a:ext cx="2971800" cy="4587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4842722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A4216FB7-875C-3F63-04CF-BBCB09868AAD}"/>
            </a:ext>
          </a:extLst>
        </p:cNvPr>
        <p:cNvGrpSpPr/>
        <p:nvPr/>
      </p:nvGrpSpPr>
      <p:grpSpPr>
        <a:xfrm>
          <a:off x="0" y="0"/>
          <a:ext cx="0" cy="0"/>
          <a:chOff x="0" y="0"/>
          <a:chExt cx="0" cy="0"/>
        </a:xfrm>
      </p:grpSpPr>
      <p:sp>
        <p:nvSpPr>
          <p:cNvPr id="200" name="Google Shape;200;p8:notes">
            <a:extLst>
              <a:ext uri="{FF2B5EF4-FFF2-40B4-BE49-F238E27FC236}">
                <a16:creationId xmlns:a16="http://schemas.microsoft.com/office/drawing/2014/main" id="{88FDF47E-EF61-7C2C-C63A-15FD7646EF02}"/>
              </a:ext>
            </a:extLst>
          </p:cNvPr>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8:notes">
            <a:extLst>
              <a:ext uri="{FF2B5EF4-FFF2-40B4-BE49-F238E27FC236}">
                <a16:creationId xmlns:a16="http://schemas.microsoft.com/office/drawing/2014/main" id="{5319500B-C667-3ED3-EDB4-5F83930CDCBC}"/>
              </a:ext>
            </a:extLst>
          </p:cNvPr>
          <p:cNvSpPr txBox="1">
            <a:spLocks noGrp="1"/>
          </p:cNvSpPr>
          <p:nvPr>
            <p:ph type="body" idx="1"/>
          </p:nvPr>
        </p:nvSpPr>
        <p:spPr>
          <a:xfrm>
            <a:off x="419100" y="4197679"/>
            <a:ext cx="6000750" cy="432880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One big </a:t>
            </a:r>
            <a:r>
              <a:rPr lang="en-US" dirty="0" err="1"/>
              <a:t>piller</a:t>
            </a:r>
            <a:r>
              <a:rPr lang="en-US" dirty="0"/>
              <a:t> was memory efficiency. We noticed there are a lot of pointer chasing in the Valkey implementation of the hash table, the core data structure. We were able to optimize this by embedding data in flexible memory allocations. This can save up to 8 bytes.</a:t>
            </a:r>
            <a:endParaRPr dirty="0"/>
          </a:p>
        </p:txBody>
      </p:sp>
      <p:sp>
        <p:nvSpPr>
          <p:cNvPr id="202" name="Google Shape;202;p8:notes">
            <a:extLst>
              <a:ext uri="{FF2B5EF4-FFF2-40B4-BE49-F238E27FC236}">
                <a16:creationId xmlns:a16="http://schemas.microsoft.com/office/drawing/2014/main" id="{85174A9B-68CF-C83C-CCCA-A7B135BD04E5}"/>
              </a:ext>
            </a:extLst>
          </p:cNvPr>
          <p:cNvSpPr txBox="1">
            <a:spLocks noGrp="1"/>
          </p:cNvSpPr>
          <p:nvPr>
            <p:ph type="sldNum" idx="12"/>
          </p:nvPr>
        </p:nvSpPr>
        <p:spPr>
          <a:xfrm>
            <a:off x="1943100" y="8685213"/>
            <a:ext cx="2971800" cy="4587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9405688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FD00975E-DD8F-D1C5-F15C-5C158326C664}"/>
            </a:ext>
          </a:extLst>
        </p:cNvPr>
        <p:cNvGrpSpPr/>
        <p:nvPr/>
      </p:nvGrpSpPr>
      <p:grpSpPr>
        <a:xfrm>
          <a:off x="0" y="0"/>
          <a:ext cx="0" cy="0"/>
          <a:chOff x="0" y="0"/>
          <a:chExt cx="0" cy="0"/>
        </a:xfrm>
      </p:grpSpPr>
      <p:sp>
        <p:nvSpPr>
          <p:cNvPr id="200" name="Google Shape;200;p8:notes">
            <a:extLst>
              <a:ext uri="{FF2B5EF4-FFF2-40B4-BE49-F238E27FC236}">
                <a16:creationId xmlns:a16="http://schemas.microsoft.com/office/drawing/2014/main" id="{57F2D8DB-4061-54DE-7575-F60975DC27E0}"/>
              </a:ext>
            </a:extLst>
          </p:cNvPr>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8:notes">
            <a:extLst>
              <a:ext uri="{FF2B5EF4-FFF2-40B4-BE49-F238E27FC236}">
                <a16:creationId xmlns:a16="http://schemas.microsoft.com/office/drawing/2014/main" id="{37A92471-0AC9-E5D8-77BF-0B61BF39E2FE}"/>
              </a:ext>
            </a:extLst>
          </p:cNvPr>
          <p:cNvSpPr txBox="1">
            <a:spLocks noGrp="1"/>
          </p:cNvSpPr>
          <p:nvPr>
            <p:ph type="body" idx="1"/>
          </p:nvPr>
        </p:nvSpPr>
        <p:spPr>
          <a:xfrm>
            <a:off x="419100" y="4197679"/>
            <a:ext cx="6000750" cy="432880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One big </a:t>
            </a:r>
            <a:r>
              <a:rPr lang="en-US" dirty="0" err="1"/>
              <a:t>piller</a:t>
            </a:r>
            <a:r>
              <a:rPr lang="en-US" dirty="0"/>
              <a:t> was memory efficiency. We noticed there are a lot of pointer chasing in the Valkey implementation of the hash table, the core data structure. We were able to optimize this by embedding data in flexible memory allocations. This can save up to 8 bytes.</a:t>
            </a:r>
            <a:endParaRPr dirty="0"/>
          </a:p>
        </p:txBody>
      </p:sp>
      <p:sp>
        <p:nvSpPr>
          <p:cNvPr id="202" name="Google Shape;202;p8:notes">
            <a:extLst>
              <a:ext uri="{FF2B5EF4-FFF2-40B4-BE49-F238E27FC236}">
                <a16:creationId xmlns:a16="http://schemas.microsoft.com/office/drawing/2014/main" id="{2FF90F21-6F62-71A5-AC25-0FA8C8F48C43}"/>
              </a:ext>
            </a:extLst>
          </p:cNvPr>
          <p:cNvSpPr txBox="1">
            <a:spLocks noGrp="1"/>
          </p:cNvSpPr>
          <p:nvPr>
            <p:ph type="sldNum" idx="12"/>
          </p:nvPr>
        </p:nvSpPr>
        <p:spPr>
          <a:xfrm>
            <a:off x="1943100" y="8685213"/>
            <a:ext cx="2971800" cy="4587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40377598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E4E63DEC-0428-0339-3EAD-C7295DDA0B35}"/>
            </a:ext>
          </a:extLst>
        </p:cNvPr>
        <p:cNvGrpSpPr/>
        <p:nvPr/>
      </p:nvGrpSpPr>
      <p:grpSpPr>
        <a:xfrm>
          <a:off x="0" y="0"/>
          <a:ext cx="0" cy="0"/>
          <a:chOff x="0" y="0"/>
          <a:chExt cx="0" cy="0"/>
        </a:xfrm>
      </p:grpSpPr>
      <p:sp>
        <p:nvSpPr>
          <p:cNvPr id="200" name="Google Shape;200;p8:notes">
            <a:extLst>
              <a:ext uri="{FF2B5EF4-FFF2-40B4-BE49-F238E27FC236}">
                <a16:creationId xmlns:a16="http://schemas.microsoft.com/office/drawing/2014/main" id="{C6D01B60-C5C2-322E-FA61-76A8D2470B92}"/>
              </a:ext>
            </a:extLst>
          </p:cNvPr>
          <p:cNvSpPr>
            <a:spLocks noGrp="1" noRot="1" noChangeAspect="1"/>
          </p:cNvSpPr>
          <p:nvPr>
            <p:ph type="sldImg" idx="2"/>
          </p:nvPr>
        </p:nvSpPr>
        <p:spPr>
          <a:xfrm>
            <a:off x="438150" y="457200"/>
            <a:ext cx="5981700" cy="3363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8:notes">
            <a:extLst>
              <a:ext uri="{FF2B5EF4-FFF2-40B4-BE49-F238E27FC236}">
                <a16:creationId xmlns:a16="http://schemas.microsoft.com/office/drawing/2014/main" id="{6A03A65D-8097-C646-04D8-B6BC0DDA7271}"/>
              </a:ext>
            </a:extLst>
          </p:cNvPr>
          <p:cNvSpPr txBox="1">
            <a:spLocks noGrp="1"/>
          </p:cNvSpPr>
          <p:nvPr>
            <p:ph type="body" idx="1"/>
          </p:nvPr>
        </p:nvSpPr>
        <p:spPr>
          <a:xfrm>
            <a:off x="419100" y="4197679"/>
            <a:ext cx="6000750" cy="432880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One big </a:t>
            </a:r>
            <a:r>
              <a:rPr lang="en-US" dirty="0" err="1"/>
              <a:t>piller</a:t>
            </a:r>
            <a:r>
              <a:rPr lang="en-US" dirty="0"/>
              <a:t> was memory efficiency. We noticed there are a lot of pointer chasing in the Valkey implementation of the hash table, the core data structure. We were able to optimize this by embedding data in flexible memory allocations. This can save up to 8 bytes.</a:t>
            </a:r>
            <a:endParaRPr dirty="0"/>
          </a:p>
        </p:txBody>
      </p:sp>
      <p:sp>
        <p:nvSpPr>
          <p:cNvPr id="202" name="Google Shape;202;p8:notes">
            <a:extLst>
              <a:ext uri="{FF2B5EF4-FFF2-40B4-BE49-F238E27FC236}">
                <a16:creationId xmlns:a16="http://schemas.microsoft.com/office/drawing/2014/main" id="{B016E868-6069-3322-5C43-BA1404C26FC4}"/>
              </a:ext>
            </a:extLst>
          </p:cNvPr>
          <p:cNvSpPr txBox="1">
            <a:spLocks noGrp="1"/>
          </p:cNvSpPr>
          <p:nvPr>
            <p:ph type="sldNum" idx="12"/>
          </p:nvPr>
        </p:nvSpPr>
        <p:spPr>
          <a:xfrm>
            <a:off x="1943100" y="8685213"/>
            <a:ext cx="2971800" cy="45878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9627736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needs a better “durability” image.</a:t>
            </a:r>
          </a:p>
        </p:txBody>
      </p:sp>
      <p:sp>
        <p:nvSpPr>
          <p:cNvPr id="4" name="Slide Number Placeholder 3"/>
          <p:cNvSpPr>
            <a:spLocks noGrp="1"/>
          </p:cNvSpPr>
          <p:nvPr>
            <p:ph type="sldNum" idx="12"/>
          </p:nvPr>
        </p:nvSpPr>
        <p:spPr/>
        <p:txBody>
          <a:bodyPr/>
          <a:lstStyle/>
          <a:p>
            <a:pPr marL="0" marR="0" lvl="0" indent="0" algn="ctr" rtl="0">
              <a:spcBef>
                <a:spcPts val="0"/>
              </a:spcBef>
              <a:spcAft>
                <a:spcPts val="0"/>
              </a:spcAft>
              <a:buNone/>
            </a:pPr>
            <a:fld id="{00000000-1234-1234-1234-123412341234}" type="slidenum">
              <a:rPr lang="en-US" sz="1000" b="0" i="0" u="none" strike="noStrike" cap="none" smtClean="0">
                <a:solidFill>
                  <a:schemeClr val="dk1"/>
                </a:solidFill>
                <a:latin typeface="Play"/>
                <a:ea typeface="Play"/>
                <a:cs typeface="Play"/>
                <a:sym typeface="Play"/>
              </a:rPr>
              <a:t>28</a:t>
            </a:fld>
            <a:endParaRPr lang="en-US" sz="1000" b="0" i="0" u="none" strike="noStrike" cap="none">
              <a:solidFill>
                <a:schemeClr val="dk1"/>
              </a:solidFill>
              <a:latin typeface="Play"/>
              <a:ea typeface="Play"/>
              <a:cs typeface="Play"/>
              <a:sym typeface="Play"/>
            </a:endParaRPr>
          </a:p>
        </p:txBody>
      </p:sp>
    </p:spTree>
    <p:extLst>
      <p:ext uri="{BB962C8B-B14F-4D97-AF65-F5344CB8AC3E}">
        <p14:creationId xmlns:p14="http://schemas.microsoft.com/office/powerpoint/2010/main" val="6487899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 Cont" userDrawn="1">
  <p:cSld name="Title + Cont">
    <p:spTree>
      <p:nvGrpSpPr>
        <p:cNvPr id="1" name="Shape 17"/>
        <p:cNvGrpSpPr/>
        <p:nvPr/>
      </p:nvGrpSpPr>
      <p:grpSpPr>
        <a:xfrm>
          <a:off x="0" y="0"/>
          <a:ext cx="0" cy="0"/>
          <a:chOff x="0" y="0"/>
          <a:chExt cx="0" cy="0"/>
        </a:xfrm>
      </p:grpSpPr>
      <p:sp>
        <p:nvSpPr>
          <p:cNvPr id="18" name="Google Shape;18;p40"/>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1"/>
              </a:buClr>
              <a:buSzPts val="3200"/>
              <a:buFont typeface="Pla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19" name="Google Shape;19;p40"/>
          <p:cNvSpPr txBox="1">
            <a:spLocks noGrp="1"/>
          </p:cNvSpPr>
          <p:nvPr>
            <p:ph type="body" idx="1"/>
          </p:nvPr>
        </p:nvSpPr>
        <p:spPr>
          <a:xfrm>
            <a:off x="609600" y="1445931"/>
            <a:ext cx="11062800" cy="456511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2160"/>
              <a:buNone/>
              <a:defRPr/>
            </a:lvl1pPr>
            <a:lvl2pPr marL="914400" lvl="1" indent="-228600" algn="l">
              <a:lnSpc>
                <a:spcPct val="100000"/>
              </a:lnSpc>
              <a:spcBef>
                <a:spcPts val="0"/>
              </a:spcBef>
              <a:spcAft>
                <a:spcPts val="0"/>
              </a:spcAft>
              <a:buClr>
                <a:schemeClr val="dk1"/>
              </a:buClr>
              <a:buSzPts val="1800"/>
              <a:buNone/>
              <a:defRPr/>
            </a:lvl2pPr>
            <a:lvl3pPr marL="1371600" lvl="2" indent="-228600" algn="l">
              <a:lnSpc>
                <a:spcPct val="100000"/>
              </a:lnSpc>
              <a:spcBef>
                <a:spcPts val="0"/>
              </a:spcBef>
              <a:spcAft>
                <a:spcPts val="0"/>
              </a:spcAft>
              <a:buClr>
                <a:schemeClr val="dk1"/>
              </a:buClr>
              <a:buSzPts val="1800"/>
              <a:buNone/>
              <a:defRPr/>
            </a:lvl3pPr>
            <a:lvl4pPr marL="1828800" lvl="3" indent="-228600" algn="l">
              <a:lnSpc>
                <a:spcPct val="100000"/>
              </a:lnSpc>
              <a:spcBef>
                <a:spcPts val="0"/>
              </a:spcBef>
              <a:spcAft>
                <a:spcPts val="0"/>
              </a:spcAft>
              <a:buClr>
                <a:schemeClr val="dk1"/>
              </a:buClr>
              <a:buSzPts val="1600"/>
              <a:buNone/>
              <a:defRPr/>
            </a:lvl4pPr>
            <a:lvl5pPr marL="2286000" lvl="4" indent="-228600" algn="l">
              <a:lnSpc>
                <a:spcPct val="100000"/>
              </a:lnSpc>
              <a:spcBef>
                <a:spcPts val="0"/>
              </a:spcBef>
              <a:spcAft>
                <a:spcPts val="0"/>
              </a:spcAft>
              <a:buClr>
                <a:schemeClr val="dk1"/>
              </a:buClr>
              <a:buSzPts val="16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3x Cont with Headings">
  <p:cSld name="Title + 3x Cont with Headings">
    <p:spTree>
      <p:nvGrpSpPr>
        <p:cNvPr id="1" name="Shape 23"/>
        <p:cNvGrpSpPr/>
        <p:nvPr/>
      </p:nvGrpSpPr>
      <p:grpSpPr>
        <a:xfrm>
          <a:off x="0" y="0"/>
          <a:ext cx="0" cy="0"/>
          <a:chOff x="0" y="0"/>
          <a:chExt cx="0" cy="0"/>
        </a:xfrm>
      </p:grpSpPr>
      <p:sp>
        <p:nvSpPr>
          <p:cNvPr id="24" name="Google Shape;24;p42"/>
          <p:cNvSpPr txBox="1">
            <a:spLocks noGrp="1"/>
          </p:cNvSpPr>
          <p:nvPr>
            <p:ph type="title"/>
          </p:nvPr>
        </p:nvSpPr>
        <p:spPr>
          <a:xfrm>
            <a:off x="609599" y="400019"/>
            <a:ext cx="11062801" cy="4431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1"/>
              </a:buClr>
              <a:buSzPts val="3200"/>
              <a:buFont typeface="Pla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2"/>
          <p:cNvSpPr txBox="1">
            <a:spLocks noGrp="1"/>
          </p:cNvSpPr>
          <p:nvPr>
            <p:ph type="body" idx="1"/>
          </p:nvPr>
        </p:nvSpPr>
        <p:spPr>
          <a:xfrm>
            <a:off x="609599" y="1662252"/>
            <a:ext cx="3483864" cy="307777"/>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Clr>
                <a:schemeClr val="dk2"/>
              </a:buClr>
              <a:buSzPts val="1800"/>
              <a:buNone/>
              <a:defRPr sz="2000" b="1">
                <a:solidFill>
                  <a:schemeClr val="dk2"/>
                </a:solidFill>
              </a:defRPr>
            </a:lvl1pPr>
            <a:lvl2pPr marL="914400" lvl="1" indent="-228600" algn="l">
              <a:lnSpc>
                <a:spcPct val="100000"/>
              </a:lnSpc>
              <a:spcBef>
                <a:spcPts val="0"/>
              </a:spcBef>
              <a:spcAft>
                <a:spcPts val="0"/>
              </a:spcAft>
              <a:buClr>
                <a:schemeClr val="dk1"/>
              </a:buClr>
              <a:buSzPts val="1800"/>
              <a:buNone/>
              <a:defRPr sz="2000" b="1"/>
            </a:lvl2pPr>
            <a:lvl3pPr marL="1371600" lvl="2" indent="-228600" algn="l">
              <a:lnSpc>
                <a:spcPct val="100000"/>
              </a:lnSpc>
              <a:spcBef>
                <a:spcPts val="0"/>
              </a:spcBef>
              <a:spcAft>
                <a:spcPts val="0"/>
              </a:spcAft>
              <a:buClr>
                <a:schemeClr val="dk1"/>
              </a:buClr>
              <a:buSzPts val="1800"/>
              <a:buNone/>
              <a:defRPr sz="1800" b="1"/>
            </a:lvl3pPr>
            <a:lvl4pPr marL="1828800" lvl="3" indent="-228600" algn="l">
              <a:lnSpc>
                <a:spcPct val="100000"/>
              </a:lnSpc>
              <a:spcBef>
                <a:spcPts val="0"/>
              </a:spcBef>
              <a:spcAft>
                <a:spcPts val="0"/>
              </a:spcAft>
              <a:buClr>
                <a:schemeClr val="dk1"/>
              </a:buClr>
              <a:buSzPts val="1600"/>
              <a:buNone/>
              <a:defRPr sz="1600" b="1"/>
            </a:lvl4pPr>
            <a:lvl5pPr marL="2286000" lvl="4" indent="-228600" algn="l">
              <a:lnSpc>
                <a:spcPct val="100000"/>
              </a:lnSpc>
              <a:spcBef>
                <a:spcPts val="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26" name="Google Shape;26;p42"/>
          <p:cNvSpPr txBox="1">
            <a:spLocks noGrp="1"/>
          </p:cNvSpPr>
          <p:nvPr>
            <p:ph type="body" idx="2"/>
          </p:nvPr>
        </p:nvSpPr>
        <p:spPr>
          <a:xfrm>
            <a:off x="609599" y="2072991"/>
            <a:ext cx="3483864" cy="394733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620"/>
              <a:buNone/>
              <a:defRPr sz="1800"/>
            </a:lvl1pPr>
            <a:lvl2pPr marL="914400" lvl="1" indent="-228600" algn="l">
              <a:lnSpc>
                <a:spcPct val="100000"/>
              </a:lnSpc>
              <a:spcBef>
                <a:spcPts val="0"/>
              </a:spcBef>
              <a:spcAft>
                <a:spcPts val="0"/>
              </a:spcAft>
              <a:buClr>
                <a:schemeClr val="dk1"/>
              </a:buClr>
              <a:buSzPts val="1620"/>
              <a:buNone/>
              <a:defRPr sz="1800"/>
            </a:lvl2pPr>
            <a:lvl3pPr marL="1371600" lvl="2" indent="-228600" algn="l">
              <a:lnSpc>
                <a:spcPct val="100000"/>
              </a:lnSpc>
              <a:spcBef>
                <a:spcPts val="0"/>
              </a:spcBef>
              <a:spcAft>
                <a:spcPts val="0"/>
              </a:spcAft>
              <a:buClr>
                <a:schemeClr val="dk1"/>
              </a:buClr>
              <a:buSzPts val="1800"/>
              <a:buNone/>
              <a:defRPr sz="1800"/>
            </a:lvl3pPr>
            <a:lvl4pPr marL="1828800" lvl="3" indent="-228600" algn="l">
              <a:lnSpc>
                <a:spcPct val="100000"/>
              </a:lnSpc>
              <a:spcBef>
                <a:spcPts val="0"/>
              </a:spcBef>
              <a:spcAft>
                <a:spcPts val="0"/>
              </a:spcAft>
              <a:buClr>
                <a:schemeClr val="dk1"/>
              </a:buClr>
              <a:buSzPts val="1200"/>
              <a:buNone/>
              <a:defRPr sz="1200"/>
            </a:lvl4pPr>
            <a:lvl5pPr marL="2286000" lvl="4" indent="-228600" algn="l">
              <a:lnSpc>
                <a:spcPct val="100000"/>
              </a:lnSpc>
              <a:spcBef>
                <a:spcPts val="0"/>
              </a:spcBef>
              <a:spcAft>
                <a:spcPts val="0"/>
              </a:spcAft>
              <a:buClr>
                <a:schemeClr val="dk1"/>
              </a:buClr>
              <a:buSzPts val="1200"/>
              <a:buNone/>
              <a:defRPr sz="12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dirty="0"/>
          </a:p>
        </p:txBody>
      </p:sp>
      <p:sp>
        <p:nvSpPr>
          <p:cNvPr id="27" name="Google Shape;27;p42"/>
          <p:cNvSpPr txBox="1">
            <a:spLocks noGrp="1"/>
          </p:cNvSpPr>
          <p:nvPr>
            <p:ph type="body" idx="3"/>
          </p:nvPr>
        </p:nvSpPr>
        <p:spPr>
          <a:xfrm>
            <a:off x="4399068" y="1662252"/>
            <a:ext cx="3483864" cy="307777"/>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Clr>
                <a:schemeClr val="dk2"/>
              </a:buClr>
              <a:buSzPts val="1800"/>
              <a:buNone/>
              <a:defRPr sz="2000" b="1">
                <a:solidFill>
                  <a:schemeClr val="dk2"/>
                </a:solidFill>
              </a:defRPr>
            </a:lvl1pPr>
            <a:lvl2pPr marL="914400" lvl="1" indent="-228600" algn="l">
              <a:lnSpc>
                <a:spcPct val="100000"/>
              </a:lnSpc>
              <a:spcBef>
                <a:spcPts val="0"/>
              </a:spcBef>
              <a:spcAft>
                <a:spcPts val="0"/>
              </a:spcAft>
              <a:buClr>
                <a:schemeClr val="dk1"/>
              </a:buClr>
              <a:buSzPts val="1800"/>
              <a:buNone/>
              <a:defRPr sz="2000" b="1"/>
            </a:lvl2pPr>
            <a:lvl3pPr marL="1371600" lvl="2" indent="-228600" algn="l">
              <a:lnSpc>
                <a:spcPct val="100000"/>
              </a:lnSpc>
              <a:spcBef>
                <a:spcPts val="0"/>
              </a:spcBef>
              <a:spcAft>
                <a:spcPts val="0"/>
              </a:spcAft>
              <a:buClr>
                <a:schemeClr val="dk1"/>
              </a:buClr>
              <a:buSzPts val="1800"/>
              <a:buNone/>
              <a:defRPr sz="1800" b="1"/>
            </a:lvl3pPr>
            <a:lvl4pPr marL="1828800" lvl="3" indent="-228600" algn="l">
              <a:lnSpc>
                <a:spcPct val="100000"/>
              </a:lnSpc>
              <a:spcBef>
                <a:spcPts val="0"/>
              </a:spcBef>
              <a:spcAft>
                <a:spcPts val="0"/>
              </a:spcAft>
              <a:buClr>
                <a:schemeClr val="dk1"/>
              </a:buClr>
              <a:buSzPts val="1600"/>
              <a:buNone/>
              <a:defRPr sz="1600" b="1"/>
            </a:lvl4pPr>
            <a:lvl5pPr marL="2286000" lvl="4" indent="-228600" algn="l">
              <a:lnSpc>
                <a:spcPct val="100000"/>
              </a:lnSpc>
              <a:spcBef>
                <a:spcPts val="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28" name="Google Shape;28;p42"/>
          <p:cNvSpPr txBox="1">
            <a:spLocks noGrp="1"/>
          </p:cNvSpPr>
          <p:nvPr>
            <p:ph type="body" idx="4"/>
          </p:nvPr>
        </p:nvSpPr>
        <p:spPr>
          <a:xfrm>
            <a:off x="4399067" y="2072991"/>
            <a:ext cx="3483864" cy="394733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620"/>
              <a:buNone/>
              <a:defRPr sz="1800"/>
            </a:lvl1pPr>
            <a:lvl2pPr marL="914400" lvl="1" indent="-228600" algn="l">
              <a:lnSpc>
                <a:spcPct val="100000"/>
              </a:lnSpc>
              <a:spcBef>
                <a:spcPts val="0"/>
              </a:spcBef>
              <a:spcAft>
                <a:spcPts val="0"/>
              </a:spcAft>
              <a:buClr>
                <a:schemeClr val="dk1"/>
              </a:buClr>
              <a:buSzPts val="1620"/>
              <a:buNone/>
              <a:defRPr sz="1800"/>
            </a:lvl2pPr>
            <a:lvl3pPr marL="1371600" lvl="2" indent="-228600" algn="l">
              <a:lnSpc>
                <a:spcPct val="100000"/>
              </a:lnSpc>
              <a:spcBef>
                <a:spcPts val="0"/>
              </a:spcBef>
              <a:spcAft>
                <a:spcPts val="0"/>
              </a:spcAft>
              <a:buClr>
                <a:schemeClr val="dk1"/>
              </a:buClr>
              <a:buSzPts val="1800"/>
              <a:buNone/>
              <a:defRPr sz="1800"/>
            </a:lvl3pPr>
            <a:lvl4pPr marL="1828800" lvl="3" indent="-228600" algn="l">
              <a:lnSpc>
                <a:spcPct val="100000"/>
              </a:lnSpc>
              <a:spcBef>
                <a:spcPts val="0"/>
              </a:spcBef>
              <a:spcAft>
                <a:spcPts val="0"/>
              </a:spcAft>
              <a:buClr>
                <a:schemeClr val="dk1"/>
              </a:buClr>
              <a:buSzPts val="1200"/>
              <a:buNone/>
              <a:defRPr sz="1200"/>
            </a:lvl4pPr>
            <a:lvl5pPr marL="2286000" lvl="4" indent="-228600" algn="l">
              <a:lnSpc>
                <a:spcPct val="100000"/>
              </a:lnSpc>
              <a:spcBef>
                <a:spcPts val="0"/>
              </a:spcBef>
              <a:spcAft>
                <a:spcPts val="0"/>
              </a:spcAft>
              <a:buClr>
                <a:schemeClr val="dk1"/>
              </a:buClr>
              <a:buSzPts val="1200"/>
              <a:buNone/>
              <a:defRPr sz="12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9" name="Google Shape;29;p42"/>
          <p:cNvSpPr txBox="1">
            <a:spLocks noGrp="1"/>
          </p:cNvSpPr>
          <p:nvPr>
            <p:ph type="body" idx="5"/>
          </p:nvPr>
        </p:nvSpPr>
        <p:spPr>
          <a:xfrm>
            <a:off x="8188536" y="1662252"/>
            <a:ext cx="3483864" cy="307777"/>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Clr>
                <a:schemeClr val="dk2"/>
              </a:buClr>
              <a:buSzPts val="1800"/>
              <a:buNone/>
              <a:defRPr sz="2000" b="1">
                <a:solidFill>
                  <a:schemeClr val="dk2"/>
                </a:solidFill>
              </a:defRPr>
            </a:lvl1pPr>
            <a:lvl2pPr marL="914400" lvl="1" indent="-228600" algn="l">
              <a:lnSpc>
                <a:spcPct val="100000"/>
              </a:lnSpc>
              <a:spcBef>
                <a:spcPts val="0"/>
              </a:spcBef>
              <a:spcAft>
                <a:spcPts val="0"/>
              </a:spcAft>
              <a:buClr>
                <a:schemeClr val="dk1"/>
              </a:buClr>
              <a:buSzPts val="1800"/>
              <a:buNone/>
              <a:defRPr sz="2000" b="1"/>
            </a:lvl2pPr>
            <a:lvl3pPr marL="1371600" lvl="2" indent="-228600" algn="l">
              <a:lnSpc>
                <a:spcPct val="100000"/>
              </a:lnSpc>
              <a:spcBef>
                <a:spcPts val="0"/>
              </a:spcBef>
              <a:spcAft>
                <a:spcPts val="0"/>
              </a:spcAft>
              <a:buClr>
                <a:schemeClr val="dk1"/>
              </a:buClr>
              <a:buSzPts val="1800"/>
              <a:buNone/>
              <a:defRPr sz="1800" b="1"/>
            </a:lvl3pPr>
            <a:lvl4pPr marL="1828800" lvl="3" indent="-228600" algn="l">
              <a:lnSpc>
                <a:spcPct val="100000"/>
              </a:lnSpc>
              <a:spcBef>
                <a:spcPts val="0"/>
              </a:spcBef>
              <a:spcAft>
                <a:spcPts val="0"/>
              </a:spcAft>
              <a:buClr>
                <a:schemeClr val="dk1"/>
              </a:buClr>
              <a:buSzPts val="1600"/>
              <a:buNone/>
              <a:defRPr sz="1600" b="1"/>
            </a:lvl4pPr>
            <a:lvl5pPr marL="2286000" lvl="4" indent="-228600" algn="l">
              <a:lnSpc>
                <a:spcPct val="100000"/>
              </a:lnSpc>
              <a:spcBef>
                <a:spcPts val="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30" name="Google Shape;30;p42"/>
          <p:cNvSpPr txBox="1">
            <a:spLocks noGrp="1"/>
          </p:cNvSpPr>
          <p:nvPr>
            <p:ph type="body" idx="6"/>
          </p:nvPr>
        </p:nvSpPr>
        <p:spPr>
          <a:xfrm>
            <a:off x="8188536" y="2072991"/>
            <a:ext cx="3483864" cy="394733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620"/>
              <a:buNone/>
              <a:defRPr sz="1800"/>
            </a:lvl1pPr>
            <a:lvl2pPr marL="914400" lvl="1" indent="-228600" algn="l">
              <a:lnSpc>
                <a:spcPct val="100000"/>
              </a:lnSpc>
              <a:spcBef>
                <a:spcPts val="0"/>
              </a:spcBef>
              <a:spcAft>
                <a:spcPts val="0"/>
              </a:spcAft>
              <a:buClr>
                <a:schemeClr val="dk1"/>
              </a:buClr>
              <a:buSzPts val="1620"/>
              <a:buNone/>
              <a:defRPr sz="1800"/>
            </a:lvl2pPr>
            <a:lvl3pPr marL="1371600" lvl="2" indent="-228600" algn="l">
              <a:lnSpc>
                <a:spcPct val="100000"/>
              </a:lnSpc>
              <a:spcBef>
                <a:spcPts val="0"/>
              </a:spcBef>
              <a:spcAft>
                <a:spcPts val="0"/>
              </a:spcAft>
              <a:buClr>
                <a:schemeClr val="dk1"/>
              </a:buClr>
              <a:buSzPts val="1800"/>
              <a:buNone/>
              <a:defRPr sz="1800"/>
            </a:lvl3pPr>
            <a:lvl4pPr marL="1828800" lvl="3" indent="-228600" algn="l">
              <a:lnSpc>
                <a:spcPct val="100000"/>
              </a:lnSpc>
              <a:spcBef>
                <a:spcPts val="0"/>
              </a:spcBef>
              <a:spcAft>
                <a:spcPts val="0"/>
              </a:spcAft>
              <a:buClr>
                <a:schemeClr val="dk1"/>
              </a:buClr>
              <a:buSzPts val="1200"/>
              <a:buNone/>
              <a:defRPr sz="1200"/>
            </a:lvl4pPr>
            <a:lvl5pPr marL="2286000" lvl="4" indent="-228600" algn="l">
              <a:lnSpc>
                <a:spcPct val="100000"/>
              </a:lnSpc>
              <a:spcBef>
                <a:spcPts val="0"/>
              </a:spcBef>
              <a:spcAft>
                <a:spcPts val="0"/>
              </a:spcAft>
              <a:buClr>
                <a:schemeClr val="dk1"/>
              </a:buClr>
              <a:buSzPts val="1200"/>
              <a:buNone/>
              <a:defRPr sz="12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Sub + Cont">
  <p:cSld name="Title + Sub + Cont">
    <p:spTree>
      <p:nvGrpSpPr>
        <p:cNvPr id="1" name="Shape 31"/>
        <p:cNvGrpSpPr/>
        <p:nvPr/>
      </p:nvGrpSpPr>
      <p:grpSpPr>
        <a:xfrm>
          <a:off x="0" y="0"/>
          <a:ext cx="0" cy="0"/>
          <a:chOff x="0" y="0"/>
          <a:chExt cx="0" cy="0"/>
        </a:xfrm>
      </p:grpSpPr>
      <p:sp>
        <p:nvSpPr>
          <p:cNvPr id="32" name="Google Shape;32;p43"/>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1"/>
              </a:buClr>
              <a:buSzPts val="3200"/>
              <a:buFont typeface="Pla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43"/>
          <p:cNvSpPr txBox="1">
            <a:spLocks noGrp="1"/>
          </p:cNvSpPr>
          <p:nvPr>
            <p:ph type="body" idx="1"/>
          </p:nvPr>
        </p:nvSpPr>
        <p:spPr>
          <a:xfrm>
            <a:off x="609600" y="1830787"/>
            <a:ext cx="11062800" cy="418025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2160"/>
              <a:buNone/>
              <a:defRPr/>
            </a:lvl1pPr>
            <a:lvl2pPr marL="914400" lvl="1" indent="-228600" algn="l">
              <a:lnSpc>
                <a:spcPct val="100000"/>
              </a:lnSpc>
              <a:spcBef>
                <a:spcPts val="0"/>
              </a:spcBef>
              <a:spcAft>
                <a:spcPts val="0"/>
              </a:spcAft>
              <a:buClr>
                <a:schemeClr val="dk1"/>
              </a:buClr>
              <a:buSzPts val="1800"/>
              <a:buNone/>
              <a:defRPr/>
            </a:lvl2pPr>
            <a:lvl3pPr marL="1371600" lvl="2" indent="-228600" algn="l">
              <a:lnSpc>
                <a:spcPct val="100000"/>
              </a:lnSpc>
              <a:spcBef>
                <a:spcPts val="0"/>
              </a:spcBef>
              <a:spcAft>
                <a:spcPts val="0"/>
              </a:spcAft>
              <a:buClr>
                <a:schemeClr val="dk1"/>
              </a:buClr>
              <a:buSzPts val="1800"/>
              <a:buNone/>
              <a:defRPr/>
            </a:lvl3pPr>
            <a:lvl4pPr marL="1828800" lvl="3" indent="-228600" algn="l">
              <a:lnSpc>
                <a:spcPct val="100000"/>
              </a:lnSpc>
              <a:spcBef>
                <a:spcPts val="0"/>
              </a:spcBef>
              <a:spcAft>
                <a:spcPts val="0"/>
              </a:spcAft>
              <a:buClr>
                <a:schemeClr val="dk1"/>
              </a:buClr>
              <a:buSzPts val="1600"/>
              <a:buNone/>
              <a:defRPr/>
            </a:lvl4pPr>
            <a:lvl5pPr marL="2286000" lvl="4" indent="-228600" algn="l">
              <a:lnSpc>
                <a:spcPct val="100000"/>
              </a:lnSpc>
              <a:spcBef>
                <a:spcPts val="0"/>
              </a:spcBef>
              <a:spcAft>
                <a:spcPts val="0"/>
              </a:spcAft>
              <a:buClr>
                <a:schemeClr val="dk1"/>
              </a:buClr>
              <a:buSzPts val="16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4" name="Google Shape;34;p43"/>
          <p:cNvSpPr txBox="1">
            <a:spLocks noGrp="1"/>
          </p:cNvSpPr>
          <p:nvPr>
            <p:ph type="body" idx="2"/>
          </p:nvPr>
        </p:nvSpPr>
        <p:spPr>
          <a:xfrm>
            <a:off x="619125" y="857063"/>
            <a:ext cx="11062800" cy="169277"/>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990"/>
              <a:buNone/>
              <a:defRPr sz="1100" b="1" i="0" cap="none"/>
            </a:lvl1pPr>
            <a:lvl2pPr marL="914400" lvl="1" indent="-228600" algn="l">
              <a:lnSpc>
                <a:spcPct val="100000"/>
              </a:lnSpc>
              <a:spcBef>
                <a:spcPts val="0"/>
              </a:spcBef>
              <a:spcAft>
                <a:spcPts val="0"/>
              </a:spcAft>
              <a:buClr>
                <a:schemeClr val="dk1"/>
              </a:buClr>
              <a:buSzPts val="1620"/>
              <a:buNone/>
              <a:defRPr/>
            </a:lvl2pPr>
            <a:lvl3pPr marL="1371600" lvl="2" indent="-228600" algn="l">
              <a:lnSpc>
                <a:spcPct val="100000"/>
              </a:lnSpc>
              <a:spcBef>
                <a:spcPts val="0"/>
              </a:spcBef>
              <a:spcAft>
                <a:spcPts val="0"/>
              </a:spcAft>
              <a:buClr>
                <a:schemeClr val="dk1"/>
              </a:buClr>
              <a:buSzPts val="1800"/>
              <a:buNone/>
              <a:defRPr/>
            </a:lvl3pPr>
            <a:lvl4pPr marL="1828800" lvl="3" indent="-228600" algn="l">
              <a:lnSpc>
                <a:spcPct val="100000"/>
              </a:lnSpc>
              <a:spcBef>
                <a:spcPts val="0"/>
              </a:spcBef>
              <a:spcAft>
                <a:spcPts val="0"/>
              </a:spcAft>
              <a:buClr>
                <a:schemeClr val="dk1"/>
              </a:buClr>
              <a:buSzPts val="1800"/>
              <a:buNone/>
              <a:defRPr/>
            </a:lvl4pPr>
            <a:lvl5pPr marL="2286000" lvl="4" indent="-228600" algn="l">
              <a:lnSpc>
                <a:spcPct val="100000"/>
              </a:lnSpc>
              <a:spcBef>
                <a:spcPts val="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Subtitle">
  <p:cSld name="Title + Subtitle">
    <p:spTree>
      <p:nvGrpSpPr>
        <p:cNvPr id="1" name="Shape 51"/>
        <p:cNvGrpSpPr/>
        <p:nvPr/>
      </p:nvGrpSpPr>
      <p:grpSpPr>
        <a:xfrm>
          <a:off x="0" y="0"/>
          <a:ext cx="0" cy="0"/>
          <a:chOff x="0" y="0"/>
          <a:chExt cx="0" cy="0"/>
        </a:xfrm>
      </p:grpSpPr>
      <p:sp>
        <p:nvSpPr>
          <p:cNvPr id="52" name="Google Shape;52;p47"/>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1"/>
              </a:buClr>
              <a:buSzPts val="3200"/>
              <a:buFont typeface="Pla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47"/>
          <p:cNvSpPr txBox="1">
            <a:spLocks noGrp="1"/>
          </p:cNvSpPr>
          <p:nvPr>
            <p:ph type="body" idx="1"/>
          </p:nvPr>
        </p:nvSpPr>
        <p:spPr>
          <a:xfrm>
            <a:off x="619125" y="857063"/>
            <a:ext cx="11062800" cy="169277"/>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990"/>
              <a:buNone/>
              <a:defRPr sz="1100" b="1" i="0" cap="none"/>
            </a:lvl1pPr>
            <a:lvl2pPr marL="914400" lvl="1" indent="-228600" algn="l">
              <a:lnSpc>
                <a:spcPct val="100000"/>
              </a:lnSpc>
              <a:spcBef>
                <a:spcPts val="0"/>
              </a:spcBef>
              <a:spcAft>
                <a:spcPts val="0"/>
              </a:spcAft>
              <a:buClr>
                <a:schemeClr val="dk1"/>
              </a:buClr>
              <a:buSzPts val="1620"/>
              <a:buNone/>
              <a:defRPr/>
            </a:lvl2pPr>
            <a:lvl3pPr marL="1371600" lvl="2" indent="-228600" algn="l">
              <a:lnSpc>
                <a:spcPct val="100000"/>
              </a:lnSpc>
              <a:spcBef>
                <a:spcPts val="0"/>
              </a:spcBef>
              <a:spcAft>
                <a:spcPts val="0"/>
              </a:spcAft>
              <a:buClr>
                <a:schemeClr val="dk1"/>
              </a:buClr>
              <a:buSzPts val="1800"/>
              <a:buNone/>
              <a:defRPr/>
            </a:lvl3pPr>
            <a:lvl4pPr marL="1828800" lvl="3" indent="-228600" algn="l">
              <a:lnSpc>
                <a:spcPct val="100000"/>
              </a:lnSpc>
              <a:spcBef>
                <a:spcPts val="0"/>
              </a:spcBef>
              <a:spcAft>
                <a:spcPts val="0"/>
              </a:spcAft>
              <a:buClr>
                <a:schemeClr val="dk1"/>
              </a:buClr>
              <a:buSzPts val="1800"/>
              <a:buNone/>
              <a:defRPr/>
            </a:lvl4pPr>
            <a:lvl5pPr marL="2286000" lvl="4" indent="-228600" algn="l">
              <a:lnSpc>
                <a:spcPct val="100000"/>
              </a:lnSpc>
              <a:spcBef>
                <a:spcPts val="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Cont + Right Img Small">
  <p:cSld name="Title + Cont + Right Img Small">
    <p:spTree>
      <p:nvGrpSpPr>
        <p:cNvPr id="1" name="Shape 54"/>
        <p:cNvGrpSpPr/>
        <p:nvPr/>
      </p:nvGrpSpPr>
      <p:grpSpPr>
        <a:xfrm>
          <a:off x="0" y="0"/>
          <a:ext cx="0" cy="0"/>
          <a:chOff x="0" y="0"/>
          <a:chExt cx="0" cy="0"/>
        </a:xfrm>
      </p:grpSpPr>
      <p:sp>
        <p:nvSpPr>
          <p:cNvPr id="55" name="Google Shape;55;p48"/>
          <p:cNvSpPr txBox="1">
            <a:spLocks noGrp="1"/>
          </p:cNvSpPr>
          <p:nvPr>
            <p:ph type="title"/>
          </p:nvPr>
        </p:nvSpPr>
        <p:spPr>
          <a:xfrm>
            <a:off x="609599" y="400019"/>
            <a:ext cx="6809117" cy="4431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1"/>
              </a:buClr>
              <a:buSzPts val="3200"/>
              <a:buFont typeface="Pla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48"/>
          <p:cNvSpPr>
            <a:spLocks noGrp="1"/>
          </p:cNvSpPr>
          <p:nvPr>
            <p:ph type="pic" idx="2"/>
          </p:nvPr>
        </p:nvSpPr>
        <p:spPr>
          <a:xfrm>
            <a:off x="7884543" y="0"/>
            <a:ext cx="4307456" cy="6858000"/>
          </a:xfrm>
          <a:prstGeom prst="rect">
            <a:avLst/>
          </a:prstGeom>
          <a:solidFill>
            <a:schemeClr val="lt2"/>
          </a:solidFill>
          <a:ln>
            <a:noFill/>
          </a:ln>
        </p:spPr>
        <p:txBody>
          <a:bodyPr/>
          <a:lstStyle/>
          <a:p>
            <a:endParaRPr lang="en-US"/>
          </a:p>
        </p:txBody>
      </p:sp>
      <p:sp>
        <p:nvSpPr>
          <p:cNvPr id="57" name="Google Shape;57;p48"/>
          <p:cNvSpPr txBox="1">
            <a:spLocks noGrp="1"/>
          </p:cNvSpPr>
          <p:nvPr>
            <p:ph type="body" idx="1"/>
          </p:nvPr>
        </p:nvSpPr>
        <p:spPr>
          <a:xfrm>
            <a:off x="609600" y="1445932"/>
            <a:ext cx="6809116" cy="456511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2160"/>
              <a:buNone/>
              <a:defRPr sz="2400"/>
            </a:lvl1pPr>
            <a:lvl2pPr marL="914400" lvl="1" indent="-228600" algn="l">
              <a:lnSpc>
                <a:spcPct val="100000"/>
              </a:lnSpc>
              <a:spcBef>
                <a:spcPts val="0"/>
              </a:spcBef>
              <a:spcAft>
                <a:spcPts val="0"/>
              </a:spcAft>
              <a:buClr>
                <a:schemeClr val="dk1"/>
              </a:buClr>
              <a:buSzPts val="1800"/>
              <a:buNone/>
              <a:defRPr sz="2000"/>
            </a:lvl2pPr>
            <a:lvl3pPr marL="1371600" lvl="2" indent="-228600" algn="l">
              <a:lnSpc>
                <a:spcPct val="100000"/>
              </a:lnSpc>
              <a:spcBef>
                <a:spcPts val="0"/>
              </a:spcBef>
              <a:spcAft>
                <a:spcPts val="0"/>
              </a:spcAft>
              <a:buClr>
                <a:schemeClr val="dk1"/>
              </a:buClr>
              <a:buSzPts val="1800"/>
              <a:buNone/>
              <a:defRPr sz="1800"/>
            </a:lvl3pPr>
            <a:lvl4pPr marL="1828800" lvl="3" indent="-228600" algn="l">
              <a:lnSpc>
                <a:spcPct val="100000"/>
              </a:lnSpc>
              <a:spcBef>
                <a:spcPts val="0"/>
              </a:spcBef>
              <a:spcAft>
                <a:spcPts val="0"/>
              </a:spcAft>
              <a:buClr>
                <a:schemeClr val="dk1"/>
              </a:buClr>
              <a:buSzPts val="1600"/>
              <a:buNone/>
              <a:defRPr sz="1600"/>
            </a:lvl4pPr>
            <a:lvl5pPr marL="2286000" lvl="4" indent="-228600" algn="l">
              <a:lnSpc>
                <a:spcPct val="100000"/>
              </a:lnSpc>
              <a:spcBef>
                <a:spcPts val="1800"/>
              </a:spcBef>
              <a:spcAft>
                <a:spcPts val="0"/>
              </a:spcAft>
              <a:buClr>
                <a:schemeClr val="dk1"/>
              </a:buClr>
              <a:buSzPts val="1600"/>
              <a:buNone/>
              <a:defRPr sz="1600"/>
            </a:lvl5pPr>
            <a:lvl6pPr marL="2743200" lvl="5" indent="-342900" algn="l">
              <a:lnSpc>
                <a:spcPct val="90000"/>
              </a:lnSpc>
              <a:spcBef>
                <a:spcPts val="18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2x Cont with Headings">
  <p:cSld name="Title + 2x Cont with Headings">
    <p:spTree>
      <p:nvGrpSpPr>
        <p:cNvPr id="1" name="Shape 58"/>
        <p:cNvGrpSpPr/>
        <p:nvPr/>
      </p:nvGrpSpPr>
      <p:grpSpPr>
        <a:xfrm>
          <a:off x="0" y="0"/>
          <a:ext cx="0" cy="0"/>
          <a:chOff x="0" y="0"/>
          <a:chExt cx="0" cy="0"/>
        </a:xfrm>
      </p:grpSpPr>
      <p:sp>
        <p:nvSpPr>
          <p:cNvPr id="59" name="Google Shape;59;p49"/>
          <p:cNvSpPr txBox="1">
            <a:spLocks noGrp="1"/>
          </p:cNvSpPr>
          <p:nvPr>
            <p:ph type="title"/>
          </p:nvPr>
        </p:nvSpPr>
        <p:spPr>
          <a:xfrm>
            <a:off x="609599" y="400019"/>
            <a:ext cx="11062801" cy="4431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1"/>
              </a:buClr>
              <a:buSzPts val="3200"/>
              <a:buFont typeface="Pla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49"/>
          <p:cNvSpPr txBox="1">
            <a:spLocks noGrp="1"/>
          </p:cNvSpPr>
          <p:nvPr>
            <p:ph type="body" idx="1"/>
          </p:nvPr>
        </p:nvSpPr>
        <p:spPr>
          <a:xfrm>
            <a:off x="609599" y="1662252"/>
            <a:ext cx="5248656" cy="307777"/>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Clr>
                <a:schemeClr val="dk2"/>
              </a:buClr>
              <a:buSzPts val="1800"/>
              <a:buNone/>
              <a:defRPr sz="2000" b="1">
                <a:solidFill>
                  <a:schemeClr val="dk2"/>
                </a:solidFill>
              </a:defRPr>
            </a:lvl1pPr>
            <a:lvl2pPr marL="914400" lvl="1" indent="-228600" algn="l">
              <a:lnSpc>
                <a:spcPct val="100000"/>
              </a:lnSpc>
              <a:spcBef>
                <a:spcPts val="0"/>
              </a:spcBef>
              <a:spcAft>
                <a:spcPts val="0"/>
              </a:spcAft>
              <a:buClr>
                <a:schemeClr val="dk1"/>
              </a:buClr>
              <a:buSzPts val="1800"/>
              <a:buNone/>
              <a:defRPr sz="2000" b="1"/>
            </a:lvl2pPr>
            <a:lvl3pPr marL="1371600" lvl="2" indent="-228600" algn="l">
              <a:lnSpc>
                <a:spcPct val="100000"/>
              </a:lnSpc>
              <a:spcBef>
                <a:spcPts val="0"/>
              </a:spcBef>
              <a:spcAft>
                <a:spcPts val="0"/>
              </a:spcAft>
              <a:buClr>
                <a:schemeClr val="dk1"/>
              </a:buClr>
              <a:buSzPts val="1800"/>
              <a:buNone/>
              <a:defRPr sz="1800" b="1"/>
            </a:lvl3pPr>
            <a:lvl4pPr marL="1828800" lvl="3" indent="-228600" algn="l">
              <a:lnSpc>
                <a:spcPct val="100000"/>
              </a:lnSpc>
              <a:spcBef>
                <a:spcPts val="0"/>
              </a:spcBef>
              <a:spcAft>
                <a:spcPts val="0"/>
              </a:spcAft>
              <a:buClr>
                <a:schemeClr val="dk1"/>
              </a:buClr>
              <a:buSzPts val="1600"/>
              <a:buNone/>
              <a:defRPr sz="1600" b="1"/>
            </a:lvl4pPr>
            <a:lvl5pPr marL="2286000" lvl="4" indent="-228600" algn="l">
              <a:lnSpc>
                <a:spcPct val="100000"/>
              </a:lnSpc>
              <a:spcBef>
                <a:spcPts val="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61" name="Google Shape;61;p49"/>
          <p:cNvSpPr txBox="1">
            <a:spLocks noGrp="1"/>
          </p:cNvSpPr>
          <p:nvPr>
            <p:ph type="body" idx="2"/>
          </p:nvPr>
        </p:nvSpPr>
        <p:spPr>
          <a:xfrm>
            <a:off x="609599" y="2072991"/>
            <a:ext cx="5248656" cy="393805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620"/>
              <a:buNone/>
              <a:defRPr sz="1800"/>
            </a:lvl1pPr>
            <a:lvl2pPr marL="914400" lvl="1" indent="-228600" algn="l">
              <a:lnSpc>
                <a:spcPct val="100000"/>
              </a:lnSpc>
              <a:spcBef>
                <a:spcPts val="0"/>
              </a:spcBef>
              <a:spcAft>
                <a:spcPts val="0"/>
              </a:spcAft>
              <a:buClr>
                <a:schemeClr val="dk1"/>
              </a:buClr>
              <a:buSzPts val="1620"/>
              <a:buNone/>
              <a:defRPr sz="1800"/>
            </a:lvl2pPr>
            <a:lvl3pPr marL="1371600" lvl="2" indent="-228600" algn="l">
              <a:lnSpc>
                <a:spcPct val="100000"/>
              </a:lnSpc>
              <a:spcBef>
                <a:spcPts val="0"/>
              </a:spcBef>
              <a:spcAft>
                <a:spcPts val="0"/>
              </a:spcAft>
              <a:buClr>
                <a:schemeClr val="dk1"/>
              </a:buClr>
              <a:buSzPts val="1800"/>
              <a:buNone/>
              <a:defRPr sz="1800"/>
            </a:lvl3pPr>
            <a:lvl4pPr marL="1828800" lvl="3" indent="-228600" algn="l">
              <a:lnSpc>
                <a:spcPct val="100000"/>
              </a:lnSpc>
              <a:spcBef>
                <a:spcPts val="0"/>
              </a:spcBef>
              <a:spcAft>
                <a:spcPts val="0"/>
              </a:spcAft>
              <a:buClr>
                <a:schemeClr val="dk1"/>
              </a:buClr>
              <a:buSzPts val="1200"/>
              <a:buNone/>
              <a:defRPr sz="1200"/>
            </a:lvl4pPr>
            <a:lvl5pPr marL="2286000" lvl="4" indent="-228600" algn="l">
              <a:lnSpc>
                <a:spcPct val="100000"/>
              </a:lnSpc>
              <a:spcBef>
                <a:spcPts val="0"/>
              </a:spcBef>
              <a:spcAft>
                <a:spcPts val="0"/>
              </a:spcAft>
              <a:buClr>
                <a:schemeClr val="dk1"/>
              </a:buClr>
              <a:buSzPts val="1200"/>
              <a:buNone/>
              <a:defRPr sz="12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2" name="Google Shape;62;p49"/>
          <p:cNvSpPr txBox="1">
            <a:spLocks noGrp="1"/>
          </p:cNvSpPr>
          <p:nvPr>
            <p:ph type="body" idx="3"/>
          </p:nvPr>
        </p:nvSpPr>
        <p:spPr>
          <a:xfrm>
            <a:off x="6423744" y="1662252"/>
            <a:ext cx="5248656" cy="307777"/>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Clr>
                <a:schemeClr val="dk2"/>
              </a:buClr>
              <a:buSzPts val="1800"/>
              <a:buNone/>
              <a:defRPr sz="2000" b="1">
                <a:solidFill>
                  <a:schemeClr val="dk2"/>
                </a:solidFill>
              </a:defRPr>
            </a:lvl1pPr>
            <a:lvl2pPr marL="914400" lvl="1" indent="-228600" algn="l">
              <a:lnSpc>
                <a:spcPct val="100000"/>
              </a:lnSpc>
              <a:spcBef>
                <a:spcPts val="0"/>
              </a:spcBef>
              <a:spcAft>
                <a:spcPts val="0"/>
              </a:spcAft>
              <a:buClr>
                <a:schemeClr val="dk1"/>
              </a:buClr>
              <a:buSzPts val="1800"/>
              <a:buNone/>
              <a:defRPr sz="2000" b="1"/>
            </a:lvl2pPr>
            <a:lvl3pPr marL="1371600" lvl="2" indent="-228600" algn="l">
              <a:lnSpc>
                <a:spcPct val="100000"/>
              </a:lnSpc>
              <a:spcBef>
                <a:spcPts val="0"/>
              </a:spcBef>
              <a:spcAft>
                <a:spcPts val="0"/>
              </a:spcAft>
              <a:buClr>
                <a:schemeClr val="dk1"/>
              </a:buClr>
              <a:buSzPts val="1800"/>
              <a:buNone/>
              <a:defRPr sz="1800" b="1"/>
            </a:lvl3pPr>
            <a:lvl4pPr marL="1828800" lvl="3" indent="-228600" algn="l">
              <a:lnSpc>
                <a:spcPct val="100000"/>
              </a:lnSpc>
              <a:spcBef>
                <a:spcPts val="0"/>
              </a:spcBef>
              <a:spcAft>
                <a:spcPts val="0"/>
              </a:spcAft>
              <a:buClr>
                <a:schemeClr val="dk1"/>
              </a:buClr>
              <a:buSzPts val="1600"/>
              <a:buNone/>
              <a:defRPr sz="1600" b="1"/>
            </a:lvl4pPr>
            <a:lvl5pPr marL="2286000" lvl="4" indent="-228600" algn="l">
              <a:lnSpc>
                <a:spcPct val="100000"/>
              </a:lnSpc>
              <a:spcBef>
                <a:spcPts val="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63" name="Google Shape;63;p49"/>
          <p:cNvSpPr txBox="1">
            <a:spLocks noGrp="1"/>
          </p:cNvSpPr>
          <p:nvPr>
            <p:ph type="body" idx="4"/>
          </p:nvPr>
        </p:nvSpPr>
        <p:spPr>
          <a:xfrm>
            <a:off x="6423744" y="2072991"/>
            <a:ext cx="5248656" cy="393805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620"/>
              <a:buNone/>
              <a:defRPr sz="1800"/>
            </a:lvl1pPr>
            <a:lvl2pPr marL="914400" lvl="1" indent="-228600" algn="l">
              <a:lnSpc>
                <a:spcPct val="100000"/>
              </a:lnSpc>
              <a:spcBef>
                <a:spcPts val="0"/>
              </a:spcBef>
              <a:spcAft>
                <a:spcPts val="0"/>
              </a:spcAft>
              <a:buClr>
                <a:schemeClr val="dk1"/>
              </a:buClr>
              <a:buSzPts val="1620"/>
              <a:buNone/>
              <a:defRPr sz="1800"/>
            </a:lvl2pPr>
            <a:lvl3pPr marL="1371600" lvl="2" indent="-228600" algn="l">
              <a:lnSpc>
                <a:spcPct val="100000"/>
              </a:lnSpc>
              <a:spcBef>
                <a:spcPts val="0"/>
              </a:spcBef>
              <a:spcAft>
                <a:spcPts val="0"/>
              </a:spcAft>
              <a:buClr>
                <a:schemeClr val="dk1"/>
              </a:buClr>
              <a:buSzPts val="1800"/>
              <a:buNone/>
              <a:defRPr sz="1800"/>
            </a:lvl3pPr>
            <a:lvl4pPr marL="1828800" lvl="3" indent="-228600" algn="l">
              <a:lnSpc>
                <a:spcPct val="100000"/>
              </a:lnSpc>
              <a:spcBef>
                <a:spcPts val="0"/>
              </a:spcBef>
              <a:spcAft>
                <a:spcPts val="0"/>
              </a:spcAft>
              <a:buClr>
                <a:schemeClr val="dk1"/>
              </a:buClr>
              <a:buSzPts val="1200"/>
              <a:buNone/>
              <a:defRPr sz="1200"/>
            </a:lvl4pPr>
            <a:lvl5pPr marL="2286000" lvl="4" indent="-228600" algn="l">
              <a:lnSpc>
                <a:spcPct val="100000"/>
              </a:lnSpc>
              <a:spcBef>
                <a:spcPts val="0"/>
              </a:spcBef>
              <a:spcAft>
                <a:spcPts val="0"/>
              </a:spcAft>
              <a:buClr>
                <a:schemeClr val="dk1"/>
              </a:buClr>
              <a:buSzPts val="1200"/>
              <a:buNone/>
              <a:defRPr sz="12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extLst>
    <p:ext uri="{DCECCB84-F9BA-43D5-87BE-67443E8EF086}">
      <p15:sldGuideLst xmlns:p15="http://schemas.microsoft.com/office/powerpoint/2012/main">
        <p15:guide id="1" orient="horz" pos="134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64"/>
        <p:cNvGrpSpPr/>
        <p:nvPr/>
      </p:nvGrpSpPr>
      <p:grpSpPr>
        <a:xfrm>
          <a:off x="0" y="0"/>
          <a:ext cx="0" cy="0"/>
          <a:chOff x="0" y="0"/>
          <a:chExt cx="0" cy="0"/>
        </a:xfrm>
      </p:grpSpPr>
      <p:sp>
        <p:nvSpPr>
          <p:cNvPr id="65" name="Google Shape;65;p50"/>
          <p:cNvSpPr txBox="1">
            <a:spLocks noGrp="1"/>
          </p:cNvSpPr>
          <p:nvPr>
            <p:ph type="title"/>
          </p:nvPr>
        </p:nvSpPr>
        <p:spPr>
          <a:xfrm>
            <a:off x="609599" y="2571622"/>
            <a:ext cx="10130971" cy="1218795"/>
          </a:xfrm>
          <a:prstGeom prst="rect">
            <a:avLst/>
          </a:prstGeom>
          <a:noFill/>
          <a:ln>
            <a:noFill/>
          </a:ln>
        </p:spPr>
        <p:txBody>
          <a:bodyPr spcFirstLastPara="1" wrap="square" lIns="0" tIns="0" rIns="0" bIns="0" anchor="b" anchorCtr="0">
            <a:spAutoFit/>
          </a:bodyPr>
          <a:lstStyle>
            <a:lvl1pPr lvl="0" algn="l">
              <a:lnSpc>
                <a:spcPct val="90000"/>
              </a:lnSpc>
              <a:spcBef>
                <a:spcPts val="0"/>
              </a:spcBef>
              <a:spcAft>
                <a:spcPts val="0"/>
              </a:spcAft>
              <a:buClr>
                <a:schemeClr val="dk1"/>
              </a:buClr>
              <a:buSzPts val="4400"/>
              <a:buFont typeface="Play"/>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50"/>
          <p:cNvSpPr txBox="1">
            <a:spLocks noGrp="1"/>
          </p:cNvSpPr>
          <p:nvPr>
            <p:ph type="body" idx="1"/>
          </p:nvPr>
        </p:nvSpPr>
        <p:spPr>
          <a:xfrm>
            <a:off x="881063" y="4356013"/>
            <a:ext cx="5486400" cy="307777"/>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Clr>
                <a:schemeClr val="dk1"/>
              </a:buClr>
              <a:buSzPts val="1800"/>
              <a:buNone/>
              <a:defRPr sz="2000" b="1"/>
            </a:lvl1pPr>
            <a:lvl2pPr marL="914400" lvl="1" indent="-228600" algn="l">
              <a:lnSpc>
                <a:spcPct val="100000"/>
              </a:lnSpc>
              <a:spcBef>
                <a:spcPts val="0"/>
              </a:spcBef>
              <a:spcAft>
                <a:spcPts val="0"/>
              </a:spcAft>
              <a:buClr>
                <a:schemeClr val="dk1"/>
              </a:buClr>
              <a:buSzPts val="1620"/>
              <a:buNone/>
              <a:defRPr/>
            </a:lvl2pPr>
            <a:lvl3pPr marL="1371600" lvl="2" indent="-228600" algn="l">
              <a:lnSpc>
                <a:spcPct val="100000"/>
              </a:lnSpc>
              <a:spcBef>
                <a:spcPts val="0"/>
              </a:spcBef>
              <a:spcAft>
                <a:spcPts val="0"/>
              </a:spcAft>
              <a:buClr>
                <a:schemeClr val="dk1"/>
              </a:buClr>
              <a:buSzPts val="1800"/>
              <a:buNone/>
              <a:defRPr/>
            </a:lvl3pPr>
            <a:lvl4pPr marL="1828800" lvl="3" indent="-228600" algn="l">
              <a:lnSpc>
                <a:spcPct val="100000"/>
              </a:lnSpc>
              <a:spcBef>
                <a:spcPts val="0"/>
              </a:spcBef>
              <a:spcAft>
                <a:spcPts val="0"/>
              </a:spcAft>
              <a:buClr>
                <a:schemeClr val="dk1"/>
              </a:buClr>
              <a:buSzPts val="1800"/>
              <a:buNone/>
              <a:defRPr/>
            </a:lvl4pPr>
            <a:lvl5pPr marL="2286000" lvl="4" indent="-228600" algn="l">
              <a:lnSpc>
                <a:spcPct val="100000"/>
              </a:lnSpc>
              <a:spcBef>
                <a:spcPts val="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7" name="Google Shape;67;p50"/>
          <p:cNvSpPr txBox="1">
            <a:spLocks noGrp="1"/>
          </p:cNvSpPr>
          <p:nvPr>
            <p:ph type="body" idx="2"/>
          </p:nvPr>
        </p:nvSpPr>
        <p:spPr>
          <a:xfrm>
            <a:off x="881063" y="4692818"/>
            <a:ext cx="5486400" cy="313932"/>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440"/>
              <a:buNone/>
              <a:defRPr sz="1600"/>
            </a:lvl1pPr>
            <a:lvl2pPr marL="914400" lvl="1" indent="-228600" algn="l">
              <a:lnSpc>
                <a:spcPct val="100000"/>
              </a:lnSpc>
              <a:spcBef>
                <a:spcPts val="0"/>
              </a:spcBef>
              <a:spcAft>
                <a:spcPts val="0"/>
              </a:spcAft>
              <a:buClr>
                <a:schemeClr val="dk1"/>
              </a:buClr>
              <a:buSzPts val="1620"/>
              <a:buNone/>
              <a:defRPr/>
            </a:lvl2pPr>
            <a:lvl3pPr marL="1371600" lvl="2" indent="-228600" algn="l">
              <a:lnSpc>
                <a:spcPct val="100000"/>
              </a:lnSpc>
              <a:spcBef>
                <a:spcPts val="0"/>
              </a:spcBef>
              <a:spcAft>
                <a:spcPts val="0"/>
              </a:spcAft>
              <a:buClr>
                <a:schemeClr val="dk1"/>
              </a:buClr>
              <a:buSzPts val="1800"/>
              <a:buNone/>
              <a:defRPr/>
            </a:lvl3pPr>
            <a:lvl4pPr marL="1828800" lvl="3" indent="-228600" algn="l">
              <a:lnSpc>
                <a:spcPct val="100000"/>
              </a:lnSpc>
              <a:spcBef>
                <a:spcPts val="0"/>
              </a:spcBef>
              <a:spcAft>
                <a:spcPts val="0"/>
              </a:spcAft>
              <a:buClr>
                <a:schemeClr val="dk1"/>
              </a:buClr>
              <a:buSzPts val="1800"/>
              <a:buNone/>
              <a:defRPr/>
            </a:lvl4pPr>
            <a:lvl5pPr marL="2286000" lvl="4" indent="-228600" algn="l">
              <a:lnSpc>
                <a:spcPct val="100000"/>
              </a:lnSpc>
              <a:spcBef>
                <a:spcPts val="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extLst>
    <p:ext uri="{DCECCB84-F9BA-43D5-87BE-67443E8EF086}">
      <p15:sldGuideLst xmlns:p15="http://schemas.microsoft.com/office/powerpoint/2012/main">
        <p15:guide id="1" orient="horz" pos="1248">
          <p15:clr>
            <a:srgbClr val="FBAE40"/>
          </p15:clr>
        </p15:guide>
        <p15:guide id="2" orient="horz" pos="259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de" userDrawn="1">
  <p:cSld name="Code">
    <p:spTree>
      <p:nvGrpSpPr>
        <p:cNvPr id="1" name="Shape 68"/>
        <p:cNvGrpSpPr/>
        <p:nvPr/>
      </p:nvGrpSpPr>
      <p:grpSpPr>
        <a:xfrm>
          <a:off x="0" y="0"/>
          <a:ext cx="0" cy="0"/>
          <a:chOff x="0" y="0"/>
          <a:chExt cx="0" cy="0"/>
        </a:xfrm>
      </p:grpSpPr>
      <p:sp>
        <p:nvSpPr>
          <p:cNvPr id="69" name="Google Shape;69;p51"/>
          <p:cNvSpPr txBox="1">
            <a:spLocks noGrp="1"/>
          </p:cNvSpPr>
          <p:nvPr>
            <p:ph type="title"/>
          </p:nvPr>
        </p:nvSpPr>
        <p:spPr>
          <a:xfrm>
            <a:off x="609600" y="914403"/>
            <a:ext cx="10972800" cy="4431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1"/>
              </a:buClr>
              <a:buSzPts val="3200"/>
              <a:buFont typeface="Pla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Holding">
  <p:cSld name="Holding">
    <p:spTree>
      <p:nvGrpSpPr>
        <p:cNvPr id="1" name="Shape 78"/>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Full Image">
  <p:cSld name="Full Image">
    <p:spTree>
      <p:nvGrpSpPr>
        <p:cNvPr id="1" name="Shape 79"/>
        <p:cNvGrpSpPr/>
        <p:nvPr/>
      </p:nvGrpSpPr>
      <p:grpSpPr>
        <a:xfrm>
          <a:off x="0" y="0"/>
          <a:ext cx="0" cy="0"/>
          <a:chOff x="0" y="0"/>
          <a:chExt cx="0" cy="0"/>
        </a:xfrm>
      </p:grpSpPr>
      <p:sp>
        <p:nvSpPr>
          <p:cNvPr id="80" name="Google Shape;80;p54"/>
          <p:cNvSpPr>
            <a:spLocks noGrp="1"/>
          </p:cNvSpPr>
          <p:nvPr>
            <p:ph type="pic" idx="2"/>
          </p:nvPr>
        </p:nvSpPr>
        <p:spPr>
          <a:xfrm>
            <a:off x="0" y="3"/>
            <a:ext cx="12192000" cy="6857999"/>
          </a:xfrm>
          <a:prstGeom prst="rect">
            <a:avLst/>
          </a:prstGeom>
          <a:solidFill>
            <a:schemeClr val="dk2"/>
          </a:solid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ideo">
  <p:cSld name="Video">
    <p:spTree>
      <p:nvGrpSpPr>
        <p:cNvPr id="1" name="Shape 81"/>
        <p:cNvGrpSpPr/>
        <p:nvPr/>
      </p:nvGrpSpPr>
      <p:grpSpPr>
        <a:xfrm>
          <a:off x="0" y="0"/>
          <a:ext cx="0" cy="0"/>
          <a:chOff x="0" y="0"/>
          <a:chExt cx="0" cy="0"/>
        </a:xfrm>
      </p:grpSpPr>
      <p:sp>
        <p:nvSpPr>
          <p:cNvPr id="82" name="Google Shape;82;p55"/>
          <p:cNvSpPr>
            <a:spLocks noGrp="1"/>
          </p:cNvSpPr>
          <p:nvPr>
            <p:ph type="media" idx="2"/>
          </p:nvPr>
        </p:nvSpPr>
        <p:spPr>
          <a:xfrm>
            <a:off x="0" y="0"/>
            <a:ext cx="12192000" cy="6858000"/>
          </a:xfrm>
          <a:prstGeom prst="rect">
            <a:avLst/>
          </a:prstGeom>
          <a:solidFill>
            <a:schemeClr val="dk2"/>
          </a:solidFill>
          <a:ln>
            <a:noFill/>
          </a:ln>
        </p:spPr>
        <p:txBody>
          <a:bodyPr spcFirstLastPara="1" wrap="square" lIns="0" tIns="0" rIns="0" bIns="0" anchor="ctr" anchorCtr="0">
            <a:noAutofit/>
          </a:bodyPr>
          <a:lstStyle>
            <a:lvl1pPr marR="0" lvl="0" algn="ctr" rtl="0">
              <a:lnSpc>
                <a:spcPct val="100000"/>
              </a:lnSpc>
              <a:spcBef>
                <a:spcPts val="0"/>
              </a:spcBef>
              <a:spcAft>
                <a:spcPts val="0"/>
              </a:spcAft>
              <a:buClr>
                <a:schemeClr val="dk1"/>
              </a:buClr>
              <a:buSzPts val="2160"/>
              <a:buFont typeface="Century Gothic"/>
              <a:buNone/>
              <a:defRPr sz="2400" b="0" i="0" u="none" strike="noStrike" cap="none">
                <a:solidFill>
                  <a:schemeClr val="dk1"/>
                </a:solidFill>
                <a:latin typeface="Play"/>
                <a:ea typeface="Play"/>
                <a:cs typeface="Play"/>
                <a:sym typeface="Play"/>
              </a:defRPr>
            </a:lvl1pPr>
            <a:lvl2pPr marR="0" lvl="1" algn="l" rtl="0">
              <a:lnSpc>
                <a:spcPct val="100000"/>
              </a:lnSpc>
              <a:spcBef>
                <a:spcPts val="0"/>
              </a:spcBef>
              <a:spcAft>
                <a:spcPts val="0"/>
              </a:spcAft>
              <a:buClr>
                <a:schemeClr val="dk1"/>
              </a:buClr>
              <a:buSzPts val="1800"/>
              <a:buFont typeface="Century Gothic"/>
              <a:buNone/>
              <a:defRPr sz="2000" b="0" i="0" u="none" strike="noStrike" cap="none">
                <a:solidFill>
                  <a:schemeClr val="dk1"/>
                </a:solidFill>
                <a:latin typeface="Play"/>
                <a:ea typeface="Play"/>
                <a:cs typeface="Play"/>
                <a:sym typeface="Play"/>
              </a:defRPr>
            </a:lvl2pPr>
            <a:lvl3pPr marR="0" lvl="2" algn="l" rtl="0">
              <a:lnSpc>
                <a:spcPct val="100000"/>
              </a:lnSpc>
              <a:spcBef>
                <a:spcPts val="0"/>
              </a:spcBef>
              <a:spcAft>
                <a:spcPts val="0"/>
              </a:spcAft>
              <a:buClr>
                <a:schemeClr val="dk1"/>
              </a:buClr>
              <a:buSzPts val="1800"/>
              <a:buFont typeface="Century Gothic"/>
              <a:buNone/>
              <a:defRPr sz="1800" b="0" i="0" u="none" strike="noStrike" cap="none">
                <a:solidFill>
                  <a:schemeClr val="dk1"/>
                </a:solidFill>
                <a:latin typeface="Play"/>
                <a:ea typeface="Play"/>
                <a:cs typeface="Play"/>
                <a:sym typeface="Play"/>
              </a:defRPr>
            </a:lvl3pPr>
            <a:lvl4pPr marR="0" lvl="3" algn="l" rtl="0">
              <a:lnSpc>
                <a:spcPct val="100000"/>
              </a:lnSpc>
              <a:spcBef>
                <a:spcPts val="0"/>
              </a:spcBef>
              <a:spcAft>
                <a:spcPts val="0"/>
              </a:spcAft>
              <a:buClr>
                <a:schemeClr val="dk1"/>
              </a:buClr>
              <a:buSzPts val="1600"/>
              <a:buFont typeface="Century Gothic"/>
              <a:buNone/>
              <a:defRPr sz="1600" b="0" i="0" u="none" strike="noStrike" cap="none">
                <a:solidFill>
                  <a:schemeClr val="dk1"/>
                </a:solidFill>
                <a:latin typeface="Play"/>
                <a:ea typeface="Play"/>
                <a:cs typeface="Play"/>
                <a:sym typeface="Play"/>
              </a:defRPr>
            </a:lvl4pPr>
            <a:lvl5pPr marR="0" lvl="4" algn="l" rtl="0">
              <a:lnSpc>
                <a:spcPct val="100000"/>
              </a:lnSpc>
              <a:spcBef>
                <a:spcPts val="0"/>
              </a:spcBef>
              <a:spcAft>
                <a:spcPts val="0"/>
              </a:spcAft>
              <a:buClr>
                <a:schemeClr val="dk1"/>
              </a:buClr>
              <a:buSzPts val="1600"/>
              <a:buFont typeface="Century Gothic"/>
              <a:buNone/>
              <a:defRPr sz="1600" b="0" i="0" u="none" strike="noStrike" cap="none">
                <a:solidFill>
                  <a:schemeClr val="dk1"/>
                </a:solidFill>
                <a:latin typeface="Play"/>
                <a:ea typeface="Play"/>
                <a:cs typeface="Play"/>
                <a:sym typeface="Play"/>
              </a:defRPr>
            </a:lvl5pPr>
            <a:lvl6pPr marR="0" lvl="5" algn="l" rtl="0">
              <a:lnSpc>
                <a:spcPct val="90000"/>
              </a:lnSpc>
              <a:spcBef>
                <a:spcPts val="500"/>
              </a:spcBef>
              <a:spcAft>
                <a:spcPts val="0"/>
              </a:spcAft>
              <a:buClr>
                <a:schemeClr val="lt1"/>
              </a:buClr>
              <a:buSzPts val="1800"/>
              <a:buFont typeface="Century Gothic"/>
              <a:buChar char="•"/>
              <a:defRPr sz="1800" b="0" i="0" u="none" strike="noStrike" cap="none">
                <a:solidFill>
                  <a:schemeClr val="lt1"/>
                </a:solidFill>
                <a:latin typeface="Play"/>
                <a:ea typeface="Play"/>
                <a:cs typeface="Play"/>
                <a:sym typeface="Play"/>
              </a:defRPr>
            </a:lvl6pPr>
            <a:lvl7pPr marR="0" lvl="6" algn="l" rtl="0">
              <a:lnSpc>
                <a:spcPct val="90000"/>
              </a:lnSpc>
              <a:spcBef>
                <a:spcPts val="500"/>
              </a:spcBef>
              <a:spcAft>
                <a:spcPts val="0"/>
              </a:spcAft>
              <a:buClr>
                <a:schemeClr val="lt1"/>
              </a:buClr>
              <a:buSzPts val="1800"/>
              <a:buFont typeface="Century Gothic"/>
              <a:buChar char="•"/>
              <a:defRPr sz="1800" b="0" i="0" u="none" strike="noStrike" cap="none">
                <a:solidFill>
                  <a:schemeClr val="lt1"/>
                </a:solidFill>
                <a:latin typeface="Play"/>
                <a:ea typeface="Play"/>
                <a:cs typeface="Play"/>
                <a:sym typeface="Play"/>
              </a:defRPr>
            </a:lvl7pPr>
            <a:lvl8pPr marR="0" lvl="7" algn="l" rtl="0">
              <a:lnSpc>
                <a:spcPct val="90000"/>
              </a:lnSpc>
              <a:spcBef>
                <a:spcPts val="500"/>
              </a:spcBef>
              <a:spcAft>
                <a:spcPts val="0"/>
              </a:spcAft>
              <a:buClr>
                <a:schemeClr val="lt1"/>
              </a:buClr>
              <a:buSzPts val="1800"/>
              <a:buFont typeface="Century Gothic"/>
              <a:buChar char="•"/>
              <a:defRPr sz="1800" b="0" i="0" u="none" strike="noStrike" cap="none">
                <a:solidFill>
                  <a:schemeClr val="lt1"/>
                </a:solidFill>
                <a:latin typeface="Play"/>
                <a:ea typeface="Play"/>
                <a:cs typeface="Play"/>
                <a:sym typeface="Play"/>
              </a:defRPr>
            </a:lvl8pPr>
            <a:lvl9pPr marR="0" lvl="8" algn="l" rtl="0">
              <a:lnSpc>
                <a:spcPct val="90000"/>
              </a:lnSpc>
              <a:spcBef>
                <a:spcPts val="500"/>
              </a:spcBef>
              <a:spcAft>
                <a:spcPts val="0"/>
              </a:spcAft>
              <a:buClr>
                <a:schemeClr val="lt1"/>
              </a:buClr>
              <a:buSzPts val="1800"/>
              <a:buFont typeface="Century Gothic"/>
              <a:buChar char="•"/>
              <a:defRPr sz="1800" b="0" i="0" u="none" strike="noStrike" cap="none">
                <a:solidFill>
                  <a:schemeClr val="lt1"/>
                </a:solidFill>
                <a:latin typeface="Play"/>
                <a:ea typeface="Play"/>
                <a:cs typeface="Play"/>
                <a:sym typeface="Play"/>
              </a:defRPr>
            </a:lvl9pPr>
          </a:lstStyle>
          <a:p>
            <a:endParaRPr/>
          </a:p>
        </p:txBody>
      </p:sp>
      <p:pic>
        <p:nvPicPr>
          <p:cNvPr id="83" name="Google Shape;83;p55"/>
          <p:cNvPicPr preferRelativeResize="0"/>
          <p:nvPr/>
        </p:nvPicPr>
        <p:blipFill rotWithShape="1">
          <a:blip r:embed="rId2">
            <a:alphaModFix/>
          </a:blip>
          <a:srcRect/>
          <a:stretch/>
        </p:blipFill>
        <p:spPr>
          <a:xfrm>
            <a:off x="4994672" y="2327672"/>
            <a:ext cx="2202656" cy="2202656"/>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81091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49"/>
        <p:cNvGrpSpPr/>
        <p:nvPr/>
      </p:nvGrpSpPr>
      <p:grpSpPr>
        <a:xfrm>
          <a:off x="0" y="0"/>
          <a:ext cx="0" cy="0"/>
          <a:chOff x="0" y="0"/>
          <a:chExt cx="0" cy="0"/>
        </a:xfrm>
      </p:grpSpPr>
      <p:sp>
        <p:nvSpPr>
          <p:cNvPr id="50" name="Google Shape;50;p46"/>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lt1"/>
              </a:buClr>
              <a:buSzPts val="3200"/>
              <a:buFont typeface="Play"/>
              <a:buNone/>
              <a:defRPr sz="3200" b="1" i="0">
                <a:solidFill>
                  <a:schemeClr val="lt1"/>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23288574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 2x Speaker" userDrawn="1">
  <p:cSld name="Title + 2x Speaker">
    <p:spTree>
      <p:nvGrpSpPr>
        <p:cNvPr id="1" name="Shape 40"/>
        <p:cNvGrpSpPr/>
        <p:nvPr/>
      </p:nvGrpSpPr>
      <p:grpSpPr>
        <a:xfrm>
          <a:off x="0" y="0"/>
          <a:ext cx="0" cy="0"/>
          <a:chOff x="0" y="0"/>
          <a:chExt cx="0" cy="0"/>
        </a:xfrm>
      </p:grpSpPr>
      <p:pic>
        <p:nvPicPr>
          <p:cNvPr id="41" name="Google Shape;41;p45"/>
          <p:cNvPicPr preferRelativeResize="0"/>
          <p:nvPr/>
        </p:nvPicPr>
        <p:blipFill rotWithShape="1">
          <a:blip r:embed="rId2">
            <a:alphaModFix/>
          </a:blip>
          <a:srcRect/>
          <a:stretch/>
        </p:blipFill>
        <p:spPr>
          <a:xfrm>
            <a:off x="-52251" y="-18140"/>
            <a:ext cx="12261669" cy="6897189"/>
          </a:xfrm>
          <a:prstGeom prst="rect">
            <a:avLst/>
          </a:prstGeom>
          <a:noFill/>
          <a:ln>
            <a:noFill/>
          </a:ln>
        </p:spPr>
      </p:pic>
      <p:sp>
        <p:nvSpPr>
          <p:cNvPr id="42" name="Google Shape;42;p45"/>
          <p:cNvSpPr txBox="1">
            <a:spLocks noGrp="1"/>
          </p:cNvSpPr>
          <p:nvPr>
            <p:ph type="body" idx="1"/>
          </p:nvPr>
        </p:nvSpPr>
        <p:spPr>
          <a:xfrm>
            <a:off x="609597" y="1839354"/>
            <a:ext cx="6477003" cy="184666"/>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Clr>
                <a:schemeClr val="accent5"/>
              </a:buClr>
              <a:buSzPts val="1080"/>
              <a:buNone/>
              <a:defRPr sz="1200" b="1" i="0" cap="none">
                <a:solidFill>
                  <a:schemeClr val="accent5"/>
                </a:solidFill>
                <a:latin typeface="Play"/>
                <a:ea typeface="Play"/>
                <a:cs typeface="Play"/>
                <a:sym typeface="Play"/>
              </a:defRPr>
            </a:lvl1pPr>
            <a:lvl2pPr marL="914400" lvl="1" indent="-228600" algn="l">
              <a:lnSpc>
                <a:spcPct val="100000"/>
              </a:lnSpc>
              <a:spcBef>
                <a:spcPts val="0"/>
              </a:spcBef>
              <a:spcAft>
                <a:spcPts val="0"/>
              </a:spcAft>
              <a:buClr>
                <a:schemeClr val="dk1"/>
              </a:buClr>
              <a:buSzPts val="1620"/>
              <a:buNone/>
              <a:defRPr/>
            </a:lvl2pPr>
            <a:lvl3pPr marL="1371600" lvl="2" indent="-228600" algn="l">
              <a:lnSpc>
                <a:spcPct val="100000"/>
              </a:lnSpc>
              <a:spcBef>
                <a:spcPts val="0"/>
              </a:spcBef>
              <a:spcAft>
                <a:spcPts val="0"/>
              </a:spcAft>
              <a:buClr>
                <a:schemeClr val="dk1"/>
              </a:buClr>
              <a:buSzPts val="1800"/>
              <a:buNone/>
              <a:defRPr/>
            </a:lvl3pPr>
            <a:lvl4pPr marL="1828800" lvl="3" indent="-228600" algn="l">
              <a:lnSpc>
                <a:spcPct val="100000"/>
              </a:lnSpc>
              <a:spcBef>
                <a:spcPts val="0"/>
              </a:spcBef>
              <a:spcAft>
                <a:spcPts val="0"/>
              </a:spcAft>
              <a:buClr>
                <a:schemeClr val="dk1"/>
              </a:buClr>
              <a:buSzPts val="1800"/>
              <a:buNone/>
              <a:defRPr/>
            </a:lvl4pPr>
            <a:lvl5pPr marL="2286000" lvl="4" indent="-228600" algn="l">
              <a:lnSpc>
                <a:spcPct val="100000"/>
              </a:lnSpc>
              <a:spcBef>
                <a:spcPts val="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45"/>
          <p:cNvSpPr txBox="1">
            <a:spLocks noGrp="1"/>
          </p:cNvSpPr>
          <p:nvPr>
            <p:ph type="title"/>
          </p:nvPr>
        </p:nvSpPr>
        <p:spPr>
          <a:xfrm>
            <a:off x="609597" y="2200683"/>
            <a:ext cx="6477003" cy="1812518"/>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4400"/>
              <a:buFont typeface="Play"/>
              <a:buNone/>
              <a:defRPr sz="4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45"/>
          <p:cNvSpPr txBox="1">
            <a:spLocks noGrp="1"/>
          </p:cNvSpPr>
          <p:nvPr>
            <p:ph type="body" idx="2"/>
          </p:nvPr>
        </p:nvSpPr>
        <p:spPr>
          <a:xfrm>
            <a:off x="609599" y="4312975"/>
            <a:ext cx="3154681" cy="615553"/>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Clr>
                <a:schemeClr val="lt1"/>
              </a:buClr>
              <a:buSzPts val="1800"/>
              <a:buNone/>
              <a:defRPr sz="2000" b="1" i="0" cap="none">
                <a:solidFill>
                  <a:schemeClr val="lt1"/>
                </a:solidFill>
              </a:defRPr>
            </a:lvl1pPr>
            <a:lvl2pPr marL="914400" lvl="1" indent="-228600" algn="l">
              <a:lnSpc>
                <a:spcPct val="100000"/>
              </a:lnSpc>
              <a:spcBef>
                <a:spcPts val="0"/>
              </a:spcBef>
              <a:spcAft>
                <a:spcPts val="0"/>
              </a:spcAft>
              <a:buClr>
                <a:schemeClr val="dk1"/>
              </a:buClr>
              <a:buSzPts val="1620"/>
              <a:buNone/>
              <a:defRPr/>
            </a:lvl2pPr>
            <a:lvl3pPr marL="1371600" lvl="2" indent="-228600" algn="l">
              <a:lnSpc>
                <a:spcPct val="100000"/>
              </a:lnSpc>
              <a:spcBef>
                <a:spcPts val="0"/>
              </a:spcBef>
              <a:spcAft>
                <a:spcPts val="0"/>
              </a:spcAft>
              <a:buClr>
                <a:schemeClr val="dk1"/>
              </a:buClr>
              <a:buSzPts val="1800"/>
              <a:buNone/>
              <a:defRPr/>
            </a:lvl3pPr>
            <a:lvl4pPr marL="1828800" lvl="3" indent="-228600" algn="l">
              <a:lnSpc>
                <a:spcPct val="100000"/>
              </a:lnSpc>
              <a:spcBef>
                <a:spcPts val="0"/>
              </a:spcBef>
              <a:spcAft>
                <a:spcPts val="0"/>
              </a:spcAft>
              <a:buClr>
                <a:schemeClr val="dk1"/>
              </a:buClr>
              <a:buSzPts val="1800"/>
              <a:buNone/>
              <a:defRPr/>
            </a:lvl4pPr>
            <a:lvl5pPr marL="2286000" lvl="4" indent="-228600" algn="l">
              <a:lnSpc>
                <a:spcPct val="100000"/>
              </a:lnSpc>
              <a:spcBef>
                <a:spcPts val="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45"/>
          <p:cNvSpPr txBox="1">
            <a:spLocks noGrp="1"/>
          </p:cNvSpPr>
          <p:nvPr>
            <p:ph type="body" idx="3"/>
          </p:nvPr>
        </p:nvSpPr>
        <p:spPr>
          <a:xfrm>
            <a:off x="609599" y="4962720"/>
            <a:ext cx="3154681" cy="492443"/>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lt1"/>
              </a:buClr>
              <a:buSzPts val="1440"/>
              <a:buNone/>
              <a:defRPr sz="1600">
                <a:solidFill>
                  <a:schemeClr val="lt1"/>
                </a:solidFill>
              </a:defRPr>
            </a:lvl1pPr>
            <a:lvl2pPr marL="914400" lvl="1" indent="-228600" algn="l">
              <a:lnSpc>
                <a:spcPct val="100000"/>
              </a:lnSpc>
              <a:spcBef>
                <a:spcPts val="0"/>
              </a:spcBef>
              <a:spcAft>
                <a:spcPts val="0"/>
              </a:spcAft>
              <a:buClr>
                <a:schemeClr val="dk1"/>
              </a:buClr>
              <a:buSzPts val="1620"/>
              <a:buNone/>
              <a:defRPr/>
            </a:lvl2pPr>
            <a:lvl3pPr marL="1371600" lvl="2" indent="-228600" algn="l">
              <a:lnSpc>
                <a:spcPct val="100000"/>
              </a:lnSpc>
              <a:spcBef>
                <a:spcPts val="0"/>
              </a:spcBef>
              <a:spcAft>
                <a:spcPts val="0"/>
              </a:spcAft>
              <a:buClr>
                <a:schemeClr val="dk1"/>
              </a:buClr>
              <a:buSzPts val="1800"/>
              <a:buNone/>
              <a:defRPr/>
            </a:lvl3pPr>
            <a:lvl4pPr marL="1828800" lvl="3" indent="-228600" algn="l">
              <a:lnSpc>
                <a:spcPct val="100000"/>
              </a:lnSpc>
              <a:spcBef>
                <a:spcPts val="0"/>
              </a:spcBef>
              <a:spcAft>
                <a:spcPts val="0"/>
              </a:spcAft>
              <a:buClr>
                <a:schemeClr val="dk1"/>
              </a:buClr>
              <a:buSzPts val="1800"/>
              <a:buNone/>
              <a:defRPr/>
            </a:lvl4pPr>
            <a:lvl5pPr marL="2286000" lvl="4" indent="-228600" algn="l">
              <a:lnSpc>
                <a:spcPct val="100000"/>
              </a:lnSpc>
              <a:spcBef>
                <a:spcPts val="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6" name="Google Shape;46;p45"/>
          <p:cNvSpPr txBox="1">
            <a:spLocks noGrp="1"/>
          </p:cNvSpPr>
          <p:nvPr>
            <p:ph type="body" idx="4"/>
          </p:nvPr>
        </p:nvSpPr>
        <p:spPr>
          <a:xfrm>
            <a:off x="3931919" y="4312975"/>
            <a:ext cx="3154681" cy="615553"/>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Clr>
                <a:schemeClr val="lt1"/>
              </a:buClr>
              <a:buSzPts val="1800"/>
              <a:buNone/>
              <a:defRPr sz="2000" b="1" i="0" cap="none">
                <a:solidFill>
                  <a:schemeClr val="lt1"/>
                </a:solidFill>
              </a:defRPr>
            </a:lvl1pPr>
            <a:lvl2pPr marL="914400" lvl="1" indent="-228600" algn="l">
              <a:lnSpc>
                <a:spcPct val="100000"/>
              </a:lnSpc>
              <a:spcBef>
                <a:spcPts val="0"/>
              </a:spcBef>
              <a:spcAft>
                <a:spcPts val="0"/>
              </a:spcAft>
              <a:buClr>
                <a:schemeClr val="dk1"/>
              </a:buClr>
              <a:buSzPts val="1620"/>
              <a:buNone/>
              <a:defRPr/>
            </a:lvl2pPr>
            <a:lvl3pPr marL="1371600" lvl="2" indent="-228600" algn="l">
              <a:lnSpc>
                <a:spcPct val="100000"/>
              </a:lnSpc>
              <a:spcBef>
                <a:spcPts val="0"/>
              </a:spcBef>
              <a:spcAft>
                <a:spcPts val="0"/>
              </a:spcAft>
              <a:buClr>
                <a:schemeClr val="dk1"/>
              </a:buClr>
              <a:buSzPts val="1800"/>
              <a:buNone/>
              <a:defRPr/>
            </a:lvl3pPr>
            <a:lvl4pPr marL="1828800" lvl="3" indent="-228600" algn="l">
              <a:lnSpc>
                <a:spcPct val="100000"/>
              </a:lnSpc>
              <a:spcBef>
                <a:spcPts val="0"/>
              </a:spcBef>
              <a:spcAft>
                <a:spcPts val="0"/>
              </a:spcAft>
              <a:buClr>
                <a:schemeClr val="dk1"/>
              </a:buClr>
              <a:buSzPts val="1800"/>
              <a:buNone/>
              <a:defRPr/>
            </a:lvl4pPr>
            <a:lvl5pPr marL="2286000" lvl="4" indent="-228600" algn="l">
              <a:lnSpc>
                <a:spcPct val="100000"/>
              </a:lnSpc>
              <a:spcBef>
                <a:spcPts val="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7" name="Google Shape;47;p45"/>
          <p:cNvSpPr txBox="1">
            <a:spLocks noGrp="1"/>
          </p:cNvSpPr>
          <p:nvPr>
            <p:ph type="body" idx="5"/>
          </p:nvPr>
        </p:nvSpPr>
        <p:spPr>
          <a:xfrm>
            <a:off x="3931919" y="4962720"/>
            <a:ext cx="3154681" cy="492443"/>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lt1"/>
              </a:buClr>
              <a:buSzPts val="1440"/>
              <a:buNone/>
              <a:defRPr sz="1600">
                <a:solidFill>
                  <a:schemeClr val="lt1"/>
                </a:solidFill>
              </a:defRPr>
            </a:lvl1pPr>
            <a:lvl2pPr marL="914400" lvl="1" indent="-228600" algn="l">
              <a:lnSpc>
                <a:spcPct val="100000"/>
              </a:lnSpc>
              <a:spcBef>
                <a:spcPts val="0"/>
              </a:spcBef>
              <a:spcAft>
                <a:spcPts val="0"/>
              </a:spcAft>
              <a:buClr>
                <a:schemeClr val="dk1"/>
              </a:buClr>
              <a:buSzPts val="1620"/>
              <a:buNone/>
              <a:defRPr/>
            </a:lvl2pPr>
            <a:lvl3pPr marL="1371600" lvl="2" indent="-228600" algn="l">
              <a:lnSpc>
                <a:spcPct val="100000"/>
              </a:lnSpc>
              <a:spcBef>
                <a:spcPts val="0"/>
              </a:spcBef>
              <a:spcAft>
                <a:spcPts val="0"/>
              </a:spcAft>
              <a:buClr>
                <a:schemeClr val="dk1"/>
              </a:buClr>
              <a:buSzPts val="1800"/>
              <a:buNone/>
              <a:defRPr/>
            </a:lvl3pPr>
            <a:lvl4pPr marL="1828800" lvl="3" indent="-228600" algn="l">
              <a:lnSpc>
                <a:spcPct val="100000"/>
              </a:lnSpc>
              <a:spcBef>
                <a:spcPts val="0"/>
              </a:spcBef>
              <a:spcAft>
                <a:spcPts val="0"/>
              </a:spcAft>
              <a:buClr>
                <a:schemeClr val="dk1"/>
              </a:buClr>
              <a:buSzPts val="1800"/>
              <a:buNone/>
              <a:defRPr/>
            </a:lvl4pPr>
            <a:lvl5pPr marL="2286000" lvl="4" indent="-228600" algn="l">
              <a:lnSpc>
                <a:spcPct val="100000"/>
              </a:lnSpc>
              <a:spcBef>
                <a:spcPts val="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8" name="Google Shape;48;p45"/>
          <p:cNvSpPr txBox="1"/>
          <p:nvPr/>
        </p:nvSpPr>
        <p:spPr>
          <a:xfrm>
            <a:off x="609600" y="6389815"/>
            <a:ext cx="1122423" cy="18466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600"/>
              <a:buFont typeface="Play"/>
              <a:buNone/>
            </a:pPr>
            <a:r>
              <a:rPr lang="en-US" sz="600" b="0" i="0" u="none" strike="noStrike" cap="none">
                <a:solidFill>
                  <a:srgbClr val="FFFFFF"/>
                </a:solidFill>
                <a:latin typeface="Play"/>
                <a:ea typeface="Play"/>
                <a:cs typeface="Play"/>
                <a:sym typeface="Play"/>
              </a:rPr>
              <a:t>© 2025 Valkey Community</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 Cont" userDrawn="1">
  <p:cSld name="Title + Cont">
    <p:spTree>
      <p:nvGrpSpPr>
        <p:cNvPr id="1" name="Shape 17"/>
        <p:cNvGrpSpPr/>
        <p:nvPr/>
      </p:nvGrpSpPr>
      <p:grpSpPr>
        <a:xfrm>
          <a:off x="0" y="0"/>
          <a:ext cx="0" cy="0"/>
          <a:chOff x="0" y="0"/>
          <a:chExt cx="0" cy="0"/>
        </a:xfrm>
      </p:grpSpPr>
      <p:sp>
        <p:nvSpPr>
          <p:cNvPr id="18" name="Google Shape;18;p40"/>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1"/>
              </a:buClr>
              <a:buSzPts val="3200"/>
              <a:buFont typeface="Pla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19" name="Google Shape;19;p40"/>
          <p:cNvSpPr txBox="1">
            <a:spLocks noGrp="1"/>
          </p:cNvSpPr>
          <p:nvPr>
            <p:ph type="body" idx="1"/>
          </p:nvPr>
        </p:nvSpPr>
        <p:spPr>
          <a:xfrm>
            <a:off x="609600" y="1445931"/>
            <a:ext cx="11062800" cy="456511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2160"/>
              <a:buNone/>
              <a:defRPr/>
            </a:lvl1pPr>
            <a:lvl2pPr marL="914400" lvl="1" indent="-228600" algn="l">
              <a:lnSpc>
                <a:spcPct val="100000"/>
              </a:lnSpc>
              <a:spcBef>
                <a:spcPts val="0"/>
              </a:spcBef>
              <a:spcAft>
                <a:spcPts val="0"/>
              </a:spcAft>
              <a:buClr>
                <a:schemeClr val="dk1"/>
              </a:buClr>
              <a:buSzPts val="1800"/>
              <a:buNone/>
              <a:defRPr/>
            </a:lvl2pPr>
            <a:lvl3pPr marL="1371600" lvl="2" indent="-228600" algn="l">
              <a:lnSpc>
                <a:spcPct val="100000"/>
              </a:lnSpc>
              <a:spcBef>
                <a:spcPts val="0"/>
              </a:spcBef>
              <a:spcAft>
                <a:spcPts val="0"/>
              </a:spcAft>
              <a:buClr>
                <a:schemeClr val="dk1"/>
              </a:buClr>
              <a:buSzPts val="1800"/>
              <a:buNone/>
              <a:defRPr/>
            </a:lvl3pPr>
            <a:lvl4pPr marL="1828800" lvl="3" indent="-228600" algn="l">
              <a:lnSpc>
                <a:spcPct val="100000"/>
              </a:lnSpc>
              <a:spcBef>
                <a:spcPts val="0"/>
              </a:spcBef>
              <a:spcAft>
                <a:spcPts val="0"/>
              </a:spcAft>
              <a:buClr>
                <a:schemeClr val="dk1"/>
              </a:buClr>
              <a:buSzPts val="1600"/>
              <a:buNone/>
              <a:defRPr/>
            </a:lvl4pPr>
            <a:lvl5pPr marL="2286000" lvl="4" indent="-228600" algn="l">
              <a:lnSpc>
                <a:spcPct val="100000"/>
              </a:lnSpc>
              <a:spcBef>
                <a:spcPts val="0"/>
              </a:spcBef>
              <a:spcAft>
                <a:spcPts val="0"/>
              </a:spcAft>
              <a:buClr>
                <a:schemeClr val="dk1"/>
              </a:buClr>
              <a:buSzPts val="16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p:cSld name="Divider">
    <p:spTree>
      <p:nvGrpSpPr>
        <p:cNvPr id="1" name="Shape 20"/>
        <p:cNvGrpSpPr/>
        <p:nvPr/>
      </p:nvGrpSpPr>
      <p:grpSpPr>
        <a:xfrm>
          <a:off x="0" y="0"/>
          <a:ext cx="0" cy="0"/>
          <a:chOff x="0" y="0"/>
          <a:chExt cx="0" cy="0"/>
        </a:xfrm>
      </p:grpSpPr>
      <p:pic>
        <p:nvPicPr>
          <p:cNvPr id="21" name="Google Shape;21;p41"/>
          <p:cNvPicPr preferRelativeResize="0"/>
          <p:nvPr/>
        </p:nvPicPr>
        <p:blipFill rotWithShape="1">
          <a:blip r:embed="rId2">
            <a:alphaModFix/>
          </a:blip>
          <a:srcRect/>
          <a:stretch/>
        </p:blipFill>
        <p:spPr>
          <a:xfrm>
            <a:off x="-17420" y="-9799"/>
            <a:ext cx="12270380" cy="6902090"/>
          </a:xfrm>
          <a:prstGeom prst="rect">
            <a:avLst/>
          </a:prstGeom>
          <a:noFill/>
          <a:ln>
            <a:noFill/>
          </a:ln>
        </p:spPr>
      </p:pic>
      <p:sp>
        <p:nvSpPr>
          <p:cNvPr id="22" name="Google Shape;22;p41"/>
          <p:cNvSpPr txBox="1">
            <a:spLocks noGrp="1"/>
          </p:cNvSpPr>
          <p:nvPr>
            <p:ph type="title"/>
          </p:nvPr>
        </p:nvSpPr>
        <p:spPr>
          <a:xfrm>
            <a:off x="609600" y="2819603"/>
            <a:ext cx="9194800" cy="1218795"/>
          </a:xfrm>
          <a:prstGeom prst="rect">
            <a:avLst/>
          </a:prstGeom>
          <a:noFill/>
          <a:ln>
            <a:noFill/>
          </a:ln>
        </p:spPr>
        <p:txBody>
          <a:bodyPr spcFirstLastPara="1" wrap="square" lIns="0" tIns="0" rIns="0" bIns="0" anchor="ctr" anchorCtr="0">
            <a:spAutoFit/>
          </a:bodyPr>
          <a:lstStyle>
            <a:lvl1pPr lvl="0" algn="l">
              <a:lnSpc>
                <a:spcPct val="90000"/>
              </a:lnSpc>
              <a:spcBef>
                <a:spcPts val="0"/>
              </a:spcBef>
              <a:spcAft>
                <a:spcPts val="0"/>
              </a:spcAft>
              <a:buClr>
                <a:schemeClr val="lt1"/>
              </a:buClr>
              <a:buSzPts val="4400"/>
              <a:buFont typeface="Play"/>
              <a:buNone/>
              <a:defRPr sz="4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 3x Cont with Headings">
  <p:cSld name="Title + 3x Cont with Headings">
    <p:spTree>
      <p:nvGrpSpPr>
        <p:cNvPr id="1" name="Shape 23"/>
        <p:cNvGrpSpPr/>
        <p:nvPr/>
      </p:nvGrpSpPr>
      <p:grpSpPr>
        <a:xfrm>
          <a:off x="0" y="0"/>
          <a:ext cx="0" cy="0"/>
          <a:chOff x="0" y="0"/>
          <a:chExt cx="0" cy="0"/>
        </a:xfrm>
      </p:grpSpPr>
      <p:sp>
        <p:nvSpPr>
          <p:cNvPr id="24" name="Google Shape;24;p42"/>
          <p:cNvSpPr txBox="1">
            <a:spLocks noGrp="1"/>
          </p:cNvSpPr>
          <p:nvPr>
            <p:ph type="title"/>
          </p:nvPr>
        </p:nvSpPr>
        <p:spPr>
          <a:xfrm>
            <a:off x="609599" y="400019"/>
            <a:ext cx="11062801" cy="4431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1"/>
              </a:buClr>
              <a:buSzPts val="3200"/>
              <a:buFont typeface="Pla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2"/>
          <p:cNvSpPr txBox="1">
            <a:spLocks noGrp="1"/>
          </p:cNvSpPr>
          <p:nvPr>
            <p:ph type="body" idx="1"/>
          </p:nvPr>
        </p:nvSpPr>
        <p:spPr>
          <a:xfrm>
            <a:off x="609599" y="1662252"/>
            <a:ext cx="3483864" cy="307777"/>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Clr>
                <a:schemeClr val="dk2"/>
              </a:buClr>
              <a:buSzPts val="1800"/>
              <a:buNone/>
              <a:defRPr sz="2000" b="1">
                <a:solidFill>
                  <a:schemeClr val="dk2"/>
                </a:solidFill>
              </a:defRPr>
            </a:lvl1pPr>
            <a:lvl2pPr marL="914400" lvl="1" indent="-228600" algn="l">
              <a:lnSpc>
                <a:spcPct val="100000"/>
              </a:lnSpc>
              <a:spcBef>
                <a:spcPts val="0"/>
              </a:spcBef>
              <a:spcAft>
                <a:spcPts val="0"/>
              </a:spcAft>
              <a:buClr>
                <a:schemeClr val="dk1"/>
              </a:buClr>
              <a:buSzPts val="1800"/>
              <a:buNone/>
              <a:defRPr sz="2000" b="1"/>
            </a:lvl2pPr>
            <a:lvl3pPr marL="1371600" lvl="2" indent="-228600" algn="l">
              <a:lnSpc>
                <a:spcPct val="100000"/>
              </a:lnSpc>
              <a:spcBef>
                <a:spcPts val="0"/>
              </a:spcBef>
              <a:spcAft>
                <a:spcPts val="0"/>
              </a:spcAft>
              <a:buClr>
                <a:schemeClr val="dk1"/>
              </a:buClr>
              <a:buSzPts val="1800"/>
              <a:buNone/>
              <a:defRPr sz="1800" b="1"/>
            </a:lvl3pPr>
            <a:lvl4pPr marL="1828800" lvl="3" indent="-228600" algn="l">
              <a:lnSpc>
                <a:spcPct val="100000"/>
              </a:lnSpc>
              <a:spcBef>
                <a:spcPts val="0"/>
              </a:spcBef>
              <a:spcAft>
                <a:spcPts val="0"/>
              </a:spcAft>
              <a:buClr>
                <a:schemeClr val="dk1"/>
              </a:buClr>
              <a:buSzPts val="1600"/>
              <a:buNone/>
              <a:defRPr sz="1600" b="1"/>
            </a:lvl4pPr>
            <a:lvl5pPr marL="2286000" lvl="4" indent="-228600" algn="l">
              <a:lnSpc>
                <a:spcPct val="100000"/>
              </a:lnSpc>
              <a:spcBef>
                <a:spcPts val="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26" name="Google Shape;26;p42"/>
          <p:cNvSpPr txBox="1">
            <a:spLocks noGrp="1"/>
          </p:cNvSpPr>
          <p:nvPr>
            <p:ph type="body" idx="2"/>
          </p:nvPr>
        </p:nvSpPr>
        <p:spPr>
          <a:xfrm>
            <a:off x="609599" y="2072991"/>
            <a:ext cx="3483864" cy="394733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620"/>
              <a:buNone/>
              <a:defRPr sz="1800"/>
            </a:lvl1pPr>
            <a:lvl2pPr marL="914400" lvl="1" indent="-228600" algn="l">
              <a:lnSpc>
                <a:spcPct val="100000"/>
              </a:lnSpc>
              <a:spcBef>
                <a:spcPts val="0"/>
              </a:spcBef>
              <a:spcAft>
                <a:spcPts val="0"/>
              </a:spcAft>
              <a:buClr>
                <a:schemeClr val="dk1"/>
              </a:buClr>
              <a:buSzPts val="1620"/>
              <a:buNone/>
              <a:defRPr sz="1800"/>
            </a:lvl2pPr>
            <a:lvl3pPr marL="1371600" lvl="2" indent="-228600" algn="l">
              <a:lnSpc>
                <a:spcPct val="100000"/>
              </a:lnSpc>
              <a:spcBef>
                <a:spcPts val="0"/>
              </a:spcBef>
              <a:spcAft>
                <a:spcPts val="0"/>
              </a:spcAft>
              <a:buClr>
                <a:schemeClr val="dk1"/>
              </a:buClr>
              <a:buSzPts val="1800"/>
              <a:buNone/>
              <a:defRPr sz="1800"/>
            </a:lvl3pPr>
            <a:lvl4pPr marL="1828800" lvl="3" indent="-228600" algn="l">
              <a:lnSpc>
                <a:spcPct val="100000"/>
              </a:lnSpc>
              <a:spcBef>
                <a:spcPts val="0"/>
              </a:spcBef>
              <a:spcAft>
                <a:spcPts val="0"/>
              </a:spcAft>
              <a:buClr>
                <a:schemeClr val="dk1"/>
              </a:buClr>
              <a:buSzPts val="1200"/>
              <a:buNone/>
              <a:defRPr sz="1200"/>
            </a:lvl4pPr>
            <a:lvl5pPr marL="2286000" lvl="4" indent="-228600" algn="l">
              <a:lnSpc>
                <a:spcPct val="100000"/>
              </a:lnSpc>
              <a:spcBef>
                <a:spcPts val="0"/>
              </a:spcBef>
              <a:spcAft>
                <a:spcPts val="0"/>
              </a:spcAft>
              <a:buClr>
                <a:schemeClr val="dk1"/>
              </a:buClr>
              <a:buSzPts val="1200"/>
              <a:buNone/>
              <a:defRPr sz="12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dirty="0"/>
          </a:p>
        </p:txBody>
      </p:sp>
      <p:sp>
        <p:nvSpPr>
          <p:cNvPr id="27" name="Google Shape;27;p42"/>
          <p:cNvSpPr txBox="1">
            <a:spLocks noGrp="1"/>
          </p:cNvSpPr>
          <p:nvPr>
            <p:ph type="body" idx="3"/>
          </p:nvPr>
        </p:nvSpPr>
        <p:spPr>
          <a:xfrm>
            <a:off x="4399068" y="1662252"/>
            <a:ext cx="3483864" cy="307777"/>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Clr>
                <a:schemeClr val="dk2"/>
              </a:buClr>
              <a:buSzPts val="1800"/>
              <a:buNone/>
              <a:defRPr sz="2000" b="1">
                <a:solidFill>
                  <a:schemeClr val="dk2"/>
                </a:solidFill>
              </a:defRPr>
            </a:lvl1pPr>
            <a:lvl2pPr marL="914400" lvl="1" indent="-228600" algn="l">
              <a:lnSpc>
                <a:spcPct val="100000"/>
              </a:lnSpc>
              <a:spcBef>
                <a:spcPts val="0"/>
              </a:spcBef>
              <a:spcAft>
                <a:spcPts val="0"/>
              </a:spcAft>
              <a:buClr>
                <a:schemeClr val="dk1"/>
              </a:buClr>
              <a:buSzPts val="1800"/>
              <a:buNone/>
              <a:defRPr sz="2000" b="1"/>
            </a:lvl2pPr>
            <a:lvl3pPr marL="1371600" lvl="2" indent="-228600" algn="l">
              <a:lnSpc>
                <a:spcPct val="100000"/>
              </a:lnSpc>
              <a:spcBef>
                <a:spcPts val="0"/>
              </a:spcBef>
              <a:spcAft>
                <a:spcPts val="0"/>
              </a:spcAft>
              <a:buClr>
                <a:schemeClr val="dk1"/>
              </a:buClr>
              <a:buSzPts val="1800"/>
              <a:buNone/>
              <a:defRPr sz="1800" b="1"/>
            </a:lvl3pPr>
            <a:lvl4pPr marL="1828800" lvl="3" indent="-228600" algn="l">
              <a:lnSpc>
                <a:spcPct val="100000"/>
              </a:lnSpc>
              <a:spcBef>
                <a:spcPts val="0"/>
              </a:spcBef>
              <a:spcAft>
                <a:spcPts val="0"/>
              </a:spcAft>
              <a:buClr>
                <a:schemeClr val="dk1"/>
              </a:buClr>
              <a:buSzPts val="1600"/>
              <a:buNone/>
              <a:defRPr sz="1600" b="1"/>
            </a:lvl4pPr>
            <a:lvl5pPr marL="2286000" lvl="4" indent="-228600" algn="l">
              <a:lnSpc>
                <a:spcPct val="100000"/>
              </a:lnSpc>
              <a:spcBef>
                <a:spcPts val="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28" name="Google Shape;28;p42"/>
          <p:cNvSpPr txBox="1">
            <a:spLocks noGrp="1"/>
          </p:cNvSpPr>
          <p:nvPr>
            <p:ph type="body" idx="4"/>
          </p:nvPr>
        </p:nvSpPr>
        <p:spPr>
          <a:xfrm>
            <a:off x="4399067" y="2072991"/>
            <a:ext cx="3483864" cy="394733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620"/>
              <a:buNone/>
              <a:defRPr sz="1800"/>
            </a:lvl1pPr>
            <a:lvl2pPr marL="914400" lvl="1" indent="-228600" algn="l">
              <a:lnSpc>
                <a:spcPct val="100000"/>
              </a:lnSpc>
              <a:spcBef>
                <a:spcPts val="0"/>
              </a:spcBef>
              <a:spcAft>
                <a:spcPts val="0"/>
              </a:spcAft>
              <a:buClr>
                <a:schemeClr val="dk1"/>
              </a:buClr>
              <a:buSzPts val="1620"/>
              <a:buNone/>
              <a:defRPr sz="1800"/>
            </a:lvl2pPr>
            <a:lvl3pPr marL="1371600" lvl="2" indent="-228600" algn="l">
              <a:lnSpc>
                <a:spcPct val="100000"/>
              </a:lnSpc>
              <a:spcBef>
                <a:spcPts val="0"/>
              </a:spcBef>
              <a:spcAft>
                <a:spcPts val="0"/>
              </a:spcAft>
              <a:buClr>
                <a:schemeClr val="dk1"/>
              </a:buClr>
              <a:buSzPts val="1800"/>
              <a:buNone/>
              <a:defRPr sz="1800"/>
            </a:lvl3pPr>
            <a:lvl4pPr marL="1828800" lvl="3" indent="-228600" algn="l">
              <a:lnSpc>
                <a:spcPct val="100000"/>
              </a:lnSpc>
              <a:spcBef>
                <a:spcPts val="0"/>
              </a:spcBef>
              <a:spcAft>
                <a:spcPts val="0"/>
              </a:spcAft>
              <a:buClr>
                <a:schemeClr val="dk1"/>
              </a:buClr>
              <a:buSzPts val="1200"/>
              <a:buNone/>
              <a:defRPr sz="1200"/>
            </a:lvl4pPr>
            <a:lvl5pPr marL="2286000" lvl="4" indent="-228600" algn="l">
              <a:lnSpc>
                <a:spcPct val="100000"/>
              </a:lnSpc>
              <a:spcBef>
                <a:spcPts val="0"/>
              </a:spcBef>
              <a:spcAft>
                <a:spcPts val="0"/>
              </a:spcAft>
              <a:buClr>
                <a:schemeClr val="dk1"/>
              </a:buClr>
              <a:buSzPts val="1200"/>
              <a:buNone/>
              <a:defRPr sz="12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9" name="Google Shape;29;p42"/>
          <p:cNvSpPr txBox="1">
            <a:spLocks noGrp="1"/>
          </p:cNvSpPr>
          <p:nvPr>
            <p:ph type="body" idx="5"/>
          </p:nvPr>
        </p:nvSpPr>
        <p:spPr>
          <a:xfrm>
            <a:off x="8188536" y="1662252"/>
            <a:ext cx="3483864" cy="307777"/>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Clr>
                <a:schemeClr val="dk2"/>
              </a:buClr>
              <a:buSzPts val="1800"/>
              <a:buNone/>
              <a:defRPr sz="2000" b="1">
                <a:solidFill>
                  <a:schemeClr val="dk2"/>
                </a:solidFill>
              </a:defRPr>
            </a:lvl1pPr>
            <a:lvl2pPr marL="914400" lvl="1" indent="-228600" algn="l">
              <a:lnSpc>
                <a:spcPct val="100000"/>
              </a:lnSpc>
              <a:spcBef>
                <a:spcPts val="0"/>
              </a:spcBef>
              <a:spcAft>
                <a:spcPts val="0"/>
              </a:spcAft>
              <a:buClr>
                <a:schemeClr val="dk1"/>
              </a:buClr>
              <a:buSzPts val="1800"/>
              <a:buNone/>
              <a:defRPr sz="2000" b="1"/>
            </a:lvl2pPr>
            <a:lvl3pPr marL="1371600" lvl="2" indent="-228600" algn="l">
              <a:lnSpc>
                <a:spcPct val="100000"/>
              </a:lnSpc>
              <a:spcBef>
                <a:spcPts val="0"/>
              </a:spcBef>
              <a:spcAft>
                <a:spcPts val="0"/>
              </a:spcAft>
              <a:buClr>
                <a:schemeClr val="dk1"/>
              </a:buClr>
              <a:buSzPts val="1800"/>
              <a:buNone/>
              <a:defRPr sz="1800" b="1"/>
            </a:lvl3pPr>
            <a:lvl4pPr marL="1828800" lvl="3" indent="-228600" algn="l">
              <a:lnSpc>
                <a:spcPct val="100000"/>
              </a:lnSpc>
              <a:spcBef>
                <a:spcPts val="0"/>
              </a:spcBef>
              <a:spcAft>
                <a:spcPts val="0"/>
              </a:spcAft>
              <a:buClr>
                <a:schemeClr val="dk1"/>
              </a:buClr>
              <a:buSzPts val="1600"/>
              <a:buNone/>
              <a:defRPr sz="1600" b="1"/>
            </a:lvl4pPr>
            <a:lvl5pPr marL="2286000" lvl="4" indent="-228600" algn="l">
              <a:lnSpc>
                <a:spcPct val="100000"/>
              </a:lnSpc>
              <a:spcBef>
                <a:spcPts val="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30" name="Google Shape;30;p42"/>
          <p:cNvSpPr txBox="1">
            <a:spLocks noGrp="1"/>
          </p:cNvSpPr>
          <p:nvPr>
            <p:ph type="body" idx="6"/>
          </p:nvPr>
        </p:nvSpPr>
        <p:spPr>
          <a:xfrm>
            <a:off x="8188536" y="2072991"/>
            <a:ext cx="3483864" cy="394733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620"/>
              <a:buNone/>
              <a:defRPr sz="1800"/>
            </a:lvl1pPr>
            <a:lvl2pPr marL="914400" lvl="1" indent="-228600" algn="l">
              <a:lnSpc>
                <a:spcPct val="100000"/>
              </a:lnSpc>
              <a:spcBef>
                <a:spcPts val="0"/>
              </a:spcBef>
              <a:spcAft>
                <a:spcPts val="0"/>
              </a:spcAft>
              <a:buClr>
                <a:schemeClr val="dk1"/>
              </a:buClr>
              <a:buSzPts val="1620"/>
              <a:buNone/>
              <a:defRPr sz="1800"/>
            </a:lvl2pPr>
            <a:lvl3pPr marL="1371600" lvl="2" indent="-228600" algn="l">
              <a:lnSpc>
                <a:spcPct val="100000"/>
              </a:lnSpc>
              <a:spcBef>
                <a:spcPts val="0"/>
              </a:spcBef>
              <a:spcAft>
                <a:spcPts val="0"/>
              </a:spcAft>
              <a:buClr>
                <a:schemeClr val="dk1"/>
              </a:buClr>
              <a:buSzPts val="1800"/>
              <a:buNone/>
              <a:defRPr sz="1800"/>
            </a:lvl3pPr>
            <a:lvl4pPr marL="1828800" lvl="3" indent="-228600" algn="l">
              <a:lnSpc>
                <a:spcPct val="100000"/>
              </a:lnSpc>
              <a:spcBef>
                <a:spcPts val="0"/>
              </a:spcBef>
              <a:spcAft>
                <a:spcPts val="0"/>
              </a:spcAft>
              <a:buClr>
                <a:schemeClr val="dk1"/>
              </a:buClr>
              <a:buSzPts val="1200"/>
              <a:buNone/>
              <a:defRPr sz="1200"/>
            </a:lvl4pPr>
            <a:lvl5pPr marL="2286000" lvl="4" indent="-228600" algn="l">
              <a:lnSpc>
                <a:spcPct val="100000"/>
              </a:lnSpc>
              <a:spcBef>
                <a:spcPts val="0"/>
              </a:spcBef>
              <a:spcAft>
                <a:spcPts val="0"/>
              </a:spcAft>
              <a:buClr>
                <a:schemeClr val="dk1"/>
              </a:buClr>
              <a:buSzPts val="1200"/>
              <a:buNone/>
              <a:defRPr sz="12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 Sub + Cont">
  <p:cSld name="Title + Sub + Cont">
    <p:spTree>
      <p:nvGrpSpPr>
        <p:cNvPr id="1" name="Shape 31"/>
        <p:cNvGrpSpPr/>
        <p:nvPr/>
      </p:nvGrpSpPr>
      <p:grpSpPr>
        <a:xfrm>
          <a:off x="0" y="0"/>
          <a:ext cx="0" cy="0"/>
          <a:chOff x="0" y="0"/>
          <a:chExt cx="0" cy="0"/>
        </a:xfrm>
      </p:grpSpPr>
      <p:sp>
        <p:nvSpPr>
          <p:cNvPr id="32" name="Google Shape;32;p43"/>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1"/>
              </a:buClr>
              <a:buSzPts val="3200"/>
              <a:buFont typeface="Pla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43"/>
          <p:cNvSpPr txBox="1">
            <a:spLocks noGrp="1"/>
          </p:cNvSpPr>
          <p:nvPr>
            <p:ph type="body" idx="1"/>
          </p:nvPr>
        </p:nvSpPr>
        <p:spPr>
          <a:xfrm>
            <a:off x="609600" y="1830787"/>
            <a:ext cx="11062800" cy="4180255"/>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2160"/>
              <a:buNone/>
              <a:defRPr/>
            </a:lvl1pPr>
            <a:lvl2pPr marL="914400" lvl="1" indent="-228600" algn="l">
              <a:lnSpc>
                <a:spcPct val="100000"/>
              </a:lnSpc>
              <a:spcBef>
                <a:spcPts val="0"/>
              </a:spcBef>
              <a:spcAft>
                <a:spcPts val="0"/>
              </a:spcAft>
              <a:buClr>
                <a:schemeClr val="dk1"/>
              </a:buClr>
              <a:buSzPts val="1800"/>
              <a:buNone/>
              <a:defRPr/>
            </a:lvl2pPr>
            <a:lvl3pPr marL="1371600" lvl="2" indent="-228600" algn="l">
              <a:lnSpc>
                <a:spcPct val="100000"/>
              </a:lnSpc>
              <a:spcBef>
                <a:spcPts val="0"/>
              </a:spcBef>
              <a:spcAft>
                <a:spcPts val="0"/>
              </a:spcAft>
              <a:buClr>
                <a:schemeClr val="dk1"/>
              </a:buClr>
              <a:buSzPts val="1800"/>
              <a:buNone/>
              <a:defRPr/>
            </a:lvl3pPr>
            <a:lvl4pPr marL="1828800" lvl="3" indent="-228600" algn="l">
              <a:lnSpc>
                <a:spcPct val="100000"/>
              </a:lnSpc>
              <a:spcBef>
                <a:spcPts val="0"/>
              </a:spcBef>
              <a:spcAft>
                <a:spcPts val="0"/>
              </a:spcAft>
              <a:buClr>
                <a:schemeClr val="dk1"/>
              </a:buClr>
              <a:buSzPts val="1600"/>
              <a:buNone/>
              <a:defRPr/>
            </a:lvl4pPr>
            <a:lvl5pPr marL="2286000" lvl="4" indent="-228600" algn="l">
              <a:lnSpc>
                <a:spcPct val="100000"/>
              </a:lnSpc>
              <a:spcBef>
                <a:spcPts val="0"/>
              </a:spcBef>
              <a:spcAft>
                <a:spcPts val="0"/>
              </a:spcAft>
              <a:buClr>
                <a:schemeClr val="dk1"/>
              </a:buClr>
              <a:buSzPts val="16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4" name="Google Shape;34;p43"/>
          <p:cNvSpPr txBox="1">
            <a:spLocks noGrp="1"/>
          </p:cNvSpPr>
          <p:nvPr>
            <p:ph type="body" idx="2"/>
          </p:nvPr>
        </p:nvSpPr>
        <p:spPr>
          <a:xfrm>
            <a:off x="619125" y="857063"/>
            <a:ext cx="11062800" cy="169277"/>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990"/>
              <a:buNone/>
              <a:defRPr sz="1100" b="1" i="0" cap="none"/>
            </a:lvl1pPr>
            <a:lvl2pPr marL="914400" lvl="1" indent="-228600" algn="l">
              <a:lnSpc>
                <a:spcPct val="100000"/>
              </a:lnSpc>
              <a:spcBef>
                <a:spcPts val="0"/>
              </a:spcBef>
              <a:spcAft>
                <a:spcPts val="0"/>
              </a:spcAft>
              <a:buClr>
                <a:schemeClr val="dk1"/>
              </a:buClr>
              <a:buSzPts val="1620"/>
              <a:buNone/>
              <a:defRPr/>
            </a:lvl2pPr>
            <a:lvl3pPr marL="1371600" lvl="2" indent="-228600" algn="l">
              <a:lnSpc>
                <a:spcPct val="100000"/>
              </a:lnSpc>
              <a:spcBef>
                <a:spcPts val="0"/>
              </a:spcBef>
              <a:spcAft>
                <a:spcPts val="0"/>
              </a:spcAft>
              <a:buClr>
                <a:schemeClr val="dk1"/>
              </a:buClr>
              <a:buSzPts val="1800"/>
              <a:buNone/>
              <a:defRPr/>
            </a:lvl3pPr>
            <a:lvl4pPr marL="1828800" lvl="3" indent="-228600" algn="l">
              <a:lnSpc>
                <a:spcPct val="100000"/>
              </a:lnSpc>
              <a:spcBef>
                <a:spcPts val="0"/>
              </a:spcBef>
              <a:spcAft>
                <a:spcPts val="0"/>
              </a:spcAft>
              <a:buClr>
                <a:schemeClr val="dk1"/>
              </a:buClr>
              <a:buSzPts val="1800"/>
              <a:buNone/>
              <a:defRPr/>
            </a:lvl4pPr>
            <a:lvl5pPr marL="2286000" lvl="4" indent="-228600" algn="l">
              <a:lnSpc>
                <a:spcPct val="100000"/>
              </a:lnSpc>
              <a:spcBef>
                <a:spcPts val="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hank You 2x">
  <p:cSld name="Thank You 2x">
    <p:spTree>
      <p:nvGrpSpPr>
        <p:cNvPr id="1" name="Shape 71"/>
        <p:cNvGrpSpPr/>
        <p:nvPr/>
      </p:nvGrpSpPr>
      <p:grpSpPr>
        <a:xfrm>
          <a:off x="0" y="0"/>
          <a:ext cx="0" cy="0"/>
          <a:chOff x="0" y="0"/>
          <a:chExt cx="0" cy="0"/>
        </a:xfrm>
      </p:grpSpPr>
      <p:pic>
        <p:nvPicPr>
          <p:cNvPr id="72" name="Google Shape;72;p52"/>
          <p:cNvPicPr preferRelativeResize="0"/>
          <p:nvPr/>
        </p:nvPicPr>
        <p:blipFill rotWithShape="1">
          <a:blip r:embed="rId2">
            <a:alphaModFix/>
          </a:blip>
          <a:srcRect/>
          <a:stretch/>
        </p:blipFill>
        <p:spPr>
          <a:xfrm>
            <a:off x="-27627" y="-31081"/>
            <a:ext cx="12298004" cy="6917627"/>
          </a:xfrm>
          <a:prstGeom prst="rect">
            <a:avLst/>
          </a:prstGeom>
          <a:noFill/>
          <a:ln>
            <a:noFill/>
          </a:ln>
        </p:spPr>
      </p:pic>
      <p:sp>
        <p:nvSpPr>
          <p:cNvPr id="73" name="Google Shape;73;p52"/>
          <p:cNvSpPr txBox="1"/>
          <p:nvPr/>
        </p:nvSpPr>
        <p:spPr>
          <a:xfrm>
            <a:off x="609599" y="2461212"/>
            <a:ext cx="6867525" cy="923331"/>
          </a:xfrm>
          <a:prstGeom prst="rect">
            <a:avLst/>
          </a:prstGeom>
          <a:noFill/>
          <a:ln>
            <a:noFill/>
          </a:ln>
        </p:spPr>
        <p:txBody>
          <a:bodyPr spcFirstLastPara="1" wrap="square" lIns="0" tIns="45700" rIns="91425" bIns="45700" anchor="t" anchorCtr="0">
            <a:noAutofit/>
          </a:bodyPr>
          <a:lstStyle/>
          <a:p>
            <a:pPr marL="0" marR="0" lvl="0" indent="0" algn="l" rtl="0">
              <a:spcBef>
                <a:spcPts val="0"/>
              </a:spcBef>
              <a:spcAft>
                <a:spcPts val="0"/>
              </a:spcAft>
              <a:buNone/>
            </a:pPr>
            <a:r>
              <a:rPr lang="en-US" sz="4800" b="1" i="0">
                <a:solidFill>
                  <a:schemeClr val="lt1"/>
                </a:solidFill>
                <a:latin typeface="Play"/>
                <a:ea typeface="Play"/>
                <a:cs typeface="Play"/>
                <a:sym typeface="Play"/>
              </a:rPr>
              <a:t>Thank you!</a:t>
            </a:r>
            <a:endParaRPr/>
          </a:p>
        </p:txBody>
      </p:sp>
      <p:sp>
        <p:nvSpPr>
          <p:cNvPr id="74" name="Google Shape;74;p52"/>
          <p:cNvSpPr txBox="1">
            <a:spLocks noGrp="1"/>
          </p:cNvSpPr>
          <p:nvPr>
            <p:ph type="body" idx="1"/>
          </p:nvPr>
        </p:nvSpPr>
        <p:spPr>
          <a:xfrm>
            <a:off x="609600" y="4001508"/>
            <a:ext cx="3167018" cy="307777"/>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Clr>
                <a:schemeClr val="lt1"/>
              </a:buClr>
              <a:buSzPts val="1800"/>
              <a:buNone/>
              <a:defRPr sz="2000" b="1" i="0" cap="none">
                <a:solidFill>
                  <a:schemeClr val="lt1"/>
                </a:solidFill>
                <a:latin typeface="Play"/>
                <a:ea typeface="Play"/>
                <a:cs typeface="Play"/>
                <a:sym typeface="Play"/>
              </a:defRPr>
            </a:lvl1pPr>
            <a:lvl2pPr marL="914400" lvl="1" indent="-228600" algn="l">
              <a:lnSpc>
                <a:spcPct val="100000"/>
              </a:lnSpc>
              <a:spcBef>
                <a:spcPts val="0"/>
              </a:spcBef>
              <a:spcAft>
                <a:spcPts val="0"/>
              </a:spcAft>
              <a:buClr>
                <a:schemeClr val="dk1"/>
              </a:buClr>
              <a:buSzPts val="1620"/>
              <a:buNone/>
              <a:defRPr/>
            </a:lvl2pPr>
            <a:lvl3pPr marL="1371600" lvl="2" indent="-228600" algn="l">
              <a:lnSpc>
                <a:spcPct val="100000"/>
              </a:lnSpc>
              <a:spcBef>
                <a:spcPts val="0"/>
              </a:spcBef>
              <a:spcAft>
                <a:spcPts val="0"/>
              </a:spcAft>
              <a:buClr>
                <a:schemeClr val="dk1"/>
              </a:buClr>
              <a:buSzPts val="1800"/>
              <a:buNone/>
              <a:defRPr/>
            </a:lvl3pPr>
            <a:lvl4pPr marL="1828800" lvl="3" indent="-228600" algn="l">
              <a:lnSpc>
                <a:spcPct val="100000"/>
              </a:lnSpc>
              <a:spcBef>
                <a:spcPts val="0"/>
              </a:spcBef>
              <a:spcAft>
                <a:spcPts val="0"/>
              </a:spcAft>
              <a:buClr>
                <a:schemeClr val="dk1"/>
              </a:buClr>
              <a:buSzPts val="1800"/>
              <a:buNone/>
              <a:defRPr/>
            </a:lvl4pPr>
            <a:lvl5pPr marL="2286000" lvl="4" indent="-228600" algn="l">
              <a:lnSpc>
                <a:spcPct val="100000"/>
              </a:lnSpc>
              <a:spcBef>
                <a:spcPts val="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dirty="0"/>
          </a:p>
        </p:txBody>
      </p:sp>
      <p:sp>
        <p:nvSpPr>
          <p:cNvPr id="75" name="Google Shape;75;p52"/>
          <p:cNvSpPr txBox="1">
            <a:spLocks noGrp="1"/>
          </p:cNvSpPr>
          <p:nvPr>
            <p:ph type="body" idx="2"/>
          </p:nvPr>
        </p:nvSpPr>
        <p:spPr>
          <a:xfrm>
            <a:off x="609600" y="4372505"/>
            <a:ext cx="3167018" cy="553998"/>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lt1"/>
              </a:buClr>
              <a:buSzPts val="1620"/>
              <a:buNone/>
              <a:defRPr sz="1800">
                <a:solidFill>
                  <a:schemeClr val="lt1"/>
                </a:solidFill>
              </a:defRPr>
            </a:lvl1pPr>
            <a:lvl2pPr marL="914400" lvl="1" indent="-228600" algn="l">
              <a:lnSpc>
                <a:spcPct val="100000"/>
              </a:lnSpc>
              <a:spcBef>
                <a:spcPts val="0"/>
              </a:spcBef>
              <a:spcAft>
                <a:spcPts val="0"/>
              </a:spcAft>
              <a:buClr>
                <a:schemeClr val="dk1"/>
              </a:buClr>
              <a:buSzPts val="1620"/>
              <a:buNone/>
              <a:defRPr/>
            </a:lvl2pPr>
            <a:lvl3pPr marL="1371600" lvl="2" indent="-228600" algn="l">
              <a:lnSpc>
                <a:spcPct val="100000"/>
              </a:lnSpc>
              <a:spcBef>
                <a:spcPts val="0"/>
              </a:spcBef>
              <a:spcAft>
                <a:spcPts val="0"/>
              </a:spcAft>
              <a:buClr>
                <a:schemeClr val="dk1"/>
              </a:buClr>
              <a:buSzPts val="1800"/>
              <a:buNone/>
              <a:defRPr/>
            </a:lvl3pPr>
            <a:lvl4pPr marL="1828800" lvl="3" indent="-228600" algn="l">
              <a:lnSpc>
                <a:spcPct val="100000"/>
              </a:lnSpc>
              <a:spcBef>
                <a:spcPts val="0"/>
              </a:spcBef>
              <a:spcAft>
                <a:spcPts val="0"/>
              </a:spcAft>
              <a:buClr>
                <a:schemeClr val="dk1"/>
              </a:buClr>
              <a:buSzPts val="1800"/>
              <a:buNone/>
              <a:defRPr/>
            </a:lvl4pPr>
            <a:lvl5pPr marL="2286000" lvl="4" indent="-228600" algn="l">
              <a:lnSpc>
                <a:spcPct val="100000"/>
              </a:lnSpc>
              <a:spcBef>
                <a:spcPts val="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dirty="0"/>
          </a:p>
        </p:txBody>
      </p:sp>
      <p:sp>
        <p:nvSpPr>
          <p:cNvPr id="76" name="Google Shape;76;p52"/>
          <p:cNvSpPr txBox="1">
            <a:spLocks noGrp="1"/>
          </p:cNvSpPr>
          <p:nvPr>
            <p:ph type="body" idx="3"/>
          </p:nvPr>
        </p:nvSpPr>
        <p:spPr>
          <a:xfrm>
            <a:off x="3904342" y="4001508"/>
            <a:ext cx="3167018" cy="307777"/>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Clr>
                <a:schemeClr val="lt1"/>
              </a:buClr>
              <a:buSzPts val="1800"/>
              <a:buNone/>
              <a:defRPr sz="2000" b="1" i="0" cap="none">
                <a:solidFill>
                  <a:schemeClr val="lt1"/>
                </a:solidFill>
                <a:latin typeface="Play"/>
                <a:ea typeface="Play"/>
                <a:cs typeface="Play"/>
                <a:sym typeface="Play"/>
              </a:defRPr>
            </a:lvl1pPr>
            <a:lvl2pPr marL="914400" lvl="1" indent="-228600" algn="l">
              <a:lnSpc>
                <a:spcPct val="100000"/>
              </a:lnSpc>
              <a:spcBef>
                <a:spcPts val="0"/>
              </a:spcBef>
              <a:spcAft>
                <a:spcPts val="0"/>
              </a:spcAft>
              <a:buClr>
                <a:schemeClr val="dk1"/>
              </a:buClr>
              <a:buSzPts val="1620"/>
              <a:buNone/>
              <a:defRPr/>
            </a:lvl2pPr>
            <a:lvl3pPr marL="1371600" lvl="2" indent="-228600" algn="l">
              <a:lnSpc>
                <a:spcPct val="100000"/>
              </a:lnSpc>
              <a:spcBef>
                <a:spcPts val="0"/>
              </a:spcBef>
              <a:spcAft>
                <a:spcPts val="0"/>
              </a:spcAft>
              <a:buClr>
                <a:schemeClr val="dk1"/>
              </a:buClr>
              <a:buSzPts val="1800"/>
              <a:buNone/>
              <a:defRPr/>
            </a:lvl3pPr>
            <a:lvl4pPr marL="1828800" lvl="3" indent="-228600" algn="l">
              <a:lnSpc>
                <a:spcPct val="100000"/>
              </a:lnSpc>
              <a:spcBef>
                <a:spcPts val="0"/>
              </a:spcBef>
              <a:spcAft>
                <a:spcPts val="0"/>
              </a:spcAft>
              <a:buClr>
                <a:schemeClr val="dk1"/>
              </a:buClr>
              <a:buSzPts val="1800"/>
              <a:buNone/>
              <a:defRPr/>
            </a:lvl4pPr>
            <a:lvl5pPr marL="2286000" lvl="4" indent="-228600" algn="l">
              <a:lnSpc>
                <a:spcPct val="100000"/>
              </a:lnSpc>
              <a:spcBef>
                <a:spcPts val="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7" name="Google Shape;77;p52"/>
          <p:cNvSpPr txBox="1">
            <a:spLocks noGrp="1"/>
          </p:cNvSpPr>
          <p:nvPr>
            <p:ph type="body" idx="4"/>
          </p:nvPr>
        </p:nvSpPr>
        <p:spPr>
          <a:xfrm>
            <a:off x="3904342" y="4372505"/>
            <a:ext cx="3167018" cy="553998"/>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lt1"/>
              </a:buClr>
              <a:buSzPts val="1620"/>
              <a:buNone/>
              <a:defRPr sz="1800">
                <a:solidFill>
                  <a:schemeClr val="lt1"/>
                </a:solidFill>
              </a:defRPr>
            </a:lvl1pPr>
            <a:lvl2pPr marL="914400" lvl="1" indent="-228600" algn="l">
              <a:lnSpc>
                <a:spcPct val="100000"/>
              </a:lnSpc>
              <a:spcBef>
                <a:spcPts val="0"/>
              </a:spcBef>
              <a:spcAft>
                <a:spcPts val="0"/>
              </a:spcAft>
              <a:buClr>
                <a:schemeClr val="dk1"/>
              </a:buClr>
              <a:buSzPts val="1620"/>
              <a:buNone/>
              <a:defRPr/>
            </a:lvl2pPr>
            <a:lvl3pPr marL="1371600" lvl="2" indent="-228600" algn="l">
              <a:lnSpc>
                <a:spcPct val="100000"/>
              </a:lnSpc>
              <a:spcBef>
                <a:spcPts val="0"/>
              </a:spcBef>
              <a:spcAft>
                <a:spcPts val="0"/>
              </a:spcAft>
              <a:buClr>
                <a:schemeClr val="dk1"/>
              </a:buClr>
              <a:buSzPts val="1800"/>
              <a:buNone/>
              <a:defRPr/>
            </a:lvl3pPr>
            <a:lvl4pPr marL="1828800" lvl="3" indent="-228600" algn="l">
              <a:lnSpc>
                <a:spcPct val="100000"/>
              </a:lnSpc>
              <a:spcBef>
                <a:spcPts val="0"/>
              </a:spcBef>
              <a:spcAft>
                <a:spcPts val="0"/>
              </a:spcAft>
              <a:buClr>
                <a:schemeClr val="dk1"/>
              </a:buClr>
              <a:buSzPts val="1800"/>
              <a:buNone/>
              <a:defRPr/>
            </a:lvl4pPr>
            <a:lvl5pPr marL="2286000" lvl="4" indent="-228600" algn="l">
              <a:lnSpc>
                <a:spcPct val="100000"/>
              </a:lnSpc>
              <a:spcBef>
                <a:spcPts val="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 Subtitle">
  <p:cSld name="Title + Subtitle">
    <p:spTree>
      <p:nvGrpSpPr>
        <p:cNvPr id="1" name="Shape 51"/>
        <p:cNvGrpSpPr/>
        <p:nvPr/>
      </p:nvGrpSpPr>
      <p:grpSpPr>
        <a:xfrm>
          <a:off x="0" y="0"/>
          <a:ext cx="0" cy="0"/>
          <a:chOff x="0" y="0"/>
          <a:chExt cx="0" cy="0"/>
        </a:xfrm>
      </p:grpSpPr>
      <p:sp>
        <p:nvSpPr>
          <p:cNvPr id="52" name="Google Shape;52;p47"/>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1"/>
              </a:buClr>
              <a:buSzPts val="3200"/>
              <a:buFont typeface="Pla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47"/>
          <p:cNvSpPr txBox="1">
            <a:spLocks noGrp="1"/>
          </p:cNvSpPr>
          <p:nvPr>
            <p:ph type="body" idx="1"/>
          </p:nvPr>
        </p:nvSpPr>
        <p:spPr>
          <a:xfrm>
            <a:off x="619125" y="857063"/>
            <a:ext cx="11062800" cy="169277"/>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990"/>
              <a:buNone/>
              <a:defRPr sz="1100" b="1" i="0" cap="none"/>
            </a:lvl1pPr>
            <a:lvl2pPr marL="914400" lvl="1" indent="-228600" algn="l">
              <a:lnSpc>
                <a:spcPct val="100000"/>
              </a:lnSpc>
              <a:spcBef>
                <a:spcPts val="0"/>
              </a:spcBef>
              <a:spcAft>
                <a:spcPts val="0"/>
              </a:spcAft>
              <a:buClr>
                <a:schemeClr val="dk1"/>
              </a:buClr>
              <a:buSzPts val="1620"/>
              <a:buNone/>
              <a:defRPr/>
            </a:lvl2pPr>
            <a:lvl3pPr marL="1371600" lvl="2" indent="-228600" algn="l">
              <a:lnSpc>
                <a:spcPct val="100000"/>
              </a:lnSpc>
              <a:spcBef>
                <a:spcPts val="0"/>
              </a:spcBef>
              <a:spcAft>
                <a:spcPts val="0"/>
              </a:spcAft>
              <a:buClr>
                <a:schemeClr val="dk1"/>
              </a:buClr>
              <a:buSzPts val="1800"/>
              <a:buNone/>
              <a:defRPr/>
            </a:lvl3pPr>
            <a:lvl4pPr marL="1828800" lvl="3" indent="-228600" algn="l">
              <a:lnSpc>
                <a:spcPct val="100000"/>
              </a:lnSpc>
              <a:spcBef>
                <a:spcPts val="0"/>
              </a:spcBef>
              <a:spcAft>
                <a:spcPts val="0"/>
              </a:spcAft>
              <a:buClr>
                <a:schemeClr val="dk1"/>
              </a:buClr>
              <a:buSzPts val="1800"/>
              <a:buNone/>
              <a:defRPr/>
            </a:lvl4pPr>
            <a:lvl5pPr marL="2286000" lvl="4" indent="-228600" algn="l">
              <a:lnSpc>
                <a:spcPct val="100000"/>
              </a:lnSpc>
              <a:spcBef>
                <a:spcPts val="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 Cont + Right Img Small">
  <p:cSld name="Title + Cont + Right Img Small">
    <p:spTree>
      <p:nvGrpSpPr>
        <p:cNvPr id="1" name="Shape 54"/>
        <p:cNvGrpSpPr/>
        <p:nvPr/>
      </p:nvGrpSpPr>
      <p:grpSpPr>
        <a:xfrm>
          <a:off x="0" y="0"/>
          <a:ext cx="0" cy="0"/>
          <a:chOff x="0" y="0"/>
          <a:chExt cx="0" cy="0"/>
        </a:xfrm>
      </p:grpSpPr>
      <p:sp>
        <p:nvSpPr>
          <p:cNvPr id="55" name="Google Shape;55;p48"/>
          <p:cNvSpPr txBox="1">
            <a:spLocks noGrp="1"/>
          </p:cNvSpPr>
          <p:nvPr>
            <p:ph type="title"/>
          </p:nvPr>
        </p:nvSpPr>
        <p:spPr>
          <a:xfrm>
            <a:off x="609599" y="400019"/>
            <a:ext cx="6809117" cy="4431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1"/>
              </a:buClr>
              <a:buSzPts val="3200"/>
              <a:buFont typeface="Pla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48"/>
          <p:cNvSpPr>
            <a:spLocks noGrp="1"/>
          </p:cNvSpPr>
          <p:nvPr>
            <p:ph type="pic" idx="2"/>
          </p:nvPr>
        </p:nvSpPr>
        <p:spPr>
          <a:xfrm>
            <a:off x="7884543" y="0"/>
            <a:ext cx="4307456" cy="6858000"/>
          </a:xfrm>
          <a:prstGeom prst="rect">
            <a:avLst/>
          </a:prstGeom>
          <a:solidFill>
            <a:schemeClr val="lt2"/>
          </a:solidFill>
          <a:ln>
            <a:noFill/>
          </a:ln>
        </p:spPr>
        <p:txBody>
          <a:bodyPr/>
          <a:lstStyle/>
          <a:p>
            <a:endParaRPr lang="en-US"/>
          </a:p>
        </p:txBody>
      </p:sp>
      <p:sp>
        <p:nvSpPr>
          <p:cNvPr id="57" name="Google Shape;57;p48"/>
          <p:cNvSpPr txBox="1">
            <a:spLocks noGrp="1"/>
          </p:cNvSpPr>
          <p:nvPr>
            <p:ph type="body" idx="1"/>
          </p:nvPr>
        </p:nvSpPr>
        <p:spPr>
          <a:xfrm>
            <a:off x="609600" y="1445932"/>
            <a:ext cx="6809116" cy="4565111"/>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2160"/>
              <a:buNone/>
              <a:defRPr sz="2400"/>
            </a:lvl1pPr>
            <a:lvl2pPr marL="914400" lvl="1" indent="-228600" algn="l">
              <a:lnSpc>
                <a:spcPct val="100000"/>
              </a:lnSpc>
              <a:spcBef>
                <a:spcPts val="0"/>
              </a:spcBef>
              <a:spcAft>
                <a:spcPts val="0"/>
              </a:spcAft>
              <a:buClr>
                <a:schemeClr val="dk1"/>
              </a:buClr>
              <a:buSzPts val="1800"/>
              <a:buNone/>
              <a:defRPr sz="2000"/>
            </a:lvl2pPr>
            <a:lvl3pPr marL="1371600" lvl="2" indent="-228600" algn="l">
              <a:lnSpc>
                <a:spcPct val="100000"/>
              </a:lnSpc>
              <a:spcBef>
                <a:spcPts val="0"/>
              </a:spcBef>
              <a:spcAft>
                <a:spcPts val="0"/>
              </a:spcAft>
              <a:buClr>
                <a:schemeClr val="dk1"/>
              </a:buClr>
              <a:buSzPts val="1800"/>
              <a:buNone/>
              <a:defRPr sz="1800"/>
            </a:lvl3pPr>
            <a:lvl4pPr marL="1828800" lvl="3" indent="-228600" algn="l">
              <a:lnSpc>
                <a:spcPct val="100000"/>
              </a:lnSpc>
              <a:spcBef>
                <a:spcPts val="0"/>
              </a:spcBef>
              <a:spcAft>
                <a:spcPts val="0"/>
              </a:spcAft>
              <a:buClr>
                <a:schemeClr val="dk1"/>
              </a:buClr>
              <a:buSzPts val="1600"/>
              <a:buNone/>
              <a:defRPr sz="1600"/>
            </a:lvl4pPr>
            <a:lvl5pPr marL="2286000" lvl="4" indent="-228600" algn="l">
              <a:lnSpc>
                <a:spcPct val="100000"/>
              </a:lnSpc>
              <a:spcBef>
                <a:spcPts val="1800"/>
              </a:spcBef>
              <a:spcAft>
                <a:spcPts val="0"/>
              </a:spcAft>
              <a:buClr>
                <a:schemeClr val="dk1"/>
              </a:buClr>
              <a:buSzPts val="1600"/>
              <a:buNone/>
              <a:defRPr sz="1600"/>
            </a:lvl5pPr>
            <a:lvl6pPr marL="2743200" lvl="5" indent="-342900" algn="l">
              <a:lnSpc>
                <a:spcPct val="90000"/>
              </a:lnSpc>
              <a:spcBef>
                <a:spcPts val="18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 2x Cont with Headings">
  <p:cSld name="Title + 2x Cont with Headings">
    <p:spTree>
      <p:nvGrpSpPr>
        <p:cNvPr id="1" name="Shape 58"/>
        <p:cNvGrpSpPr/>
        <p:nvPr/>
      </p:nvGrpSpPr>
      <p:grpSpPr>
        <a:xfrm>
          <a:off x="0" y="0"/>
          <a:ext cx="0" cy="0"/>
          <a:chOff x="0" y="0"/>
          <a:chExt cx="0" cy="0"/>
        </a:xfrm>
      </p:grpSpPr>
      <p:sp>
        <p:nvSpPr>
          <p:cNvPr id="59" name="Google Shape;59;p49"/>
          <p:cNvSpPr txBox="1">
            <a:spLocks noGrp="1"/>
          </p:cNvSpPr>
          <p:nvPr>
            <p:ph type="title"/>
          </p:nvPr>
        </p:nvSpPr>
        <p:spPr>
          <a:xfrm>
            <a:off x="609599" y="400019"/>
            <a:ext cx="11062801" cy="4431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1"/>
              </a:buClr>
              <a:buSzPts val="3200"/>
              <a:buFont typeface="Pla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49"/>
          <p:cNvSpPr txBox="1">
            <a:spLocks noGrp="1"/>
          </p:cNvSpPr>
          <p:nvPr>
            <p:ph type="body" idx="1"/>
          </p:nvPr>
        </p:nvSpPr>
        <p:spPr>
          <a:xfrm>
            <a:off x="609599" y="1662252"/>
            <a:ext cx="5248656" cy="307777"/>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Clr>
                <a:schemeClr val="dk2"/>
              </a:buClr>
              <a:buSzPts val="1800"/>
              <a:buNone/>
              <a:defRPr sz="2000" b="1">
                <a:solidFill>
                  <a:schemeClr val="dk2"/>
                </a:solidFill>
              </a:defRPr>
            </a:lvl1pPr>
            <a:lvl2pPr marL="914400" lvl="1" indent="-228600" algn="l">
              <a:lnSpc>
                <a:spcPct val="100000"/>
              </a:lnSpc>
              <a:spcBef>
                <a:spcPts val="0"/>
              </a:spcBef>
              <a:spcAft>
                <a:spcPts val="0"/>
              </a:spcAft>
              <a:buClr>
                <a:schemeClr val="dk1"/>
              </a:buClr>
              <a:buSzPts val="1800"/>
              <a:buNone/>
              <a:defRPr sz="2000" b="1"/>
            </a:lvl2pPr>
            <a:lvl3pPr marL="1371600" lvl="2" indent="-228600" algn="l">
              <a:lnSpc>
                <a:spcPct val="100000"/>
              </a:lnSpc>
              <a:spcBef>
                <a:spcPts val="0"/>
              </a:spcBef>
              <a:spcAft>
                <a:spcPts val="0"/>
              </a:spcAft>
              <a:buClr>
                <a:schemeClr val="dk1"/>
              </a:buClr>
              <a:buSzPts val="1800"/>
              <a:buNone/>
              <a:defRPr sz="1800" b="1"/>
            </a:lvl3pPr>
            <a:lvl4pPr marL="1828800" lvl="3" indent="-228600" algn="l">
              <a:lnSpc>
                <a:spcPct val="100000"/>
              </a:lnSpc>
              <a:spcBef>
                <a:spcPts val="0"/>
              </a:spcBef>
              <a:spcAft>
                <a:spcPts val="0"/>
              </a:spcAft>
              <a:buClr>
                <a:schemeClr val="dk1"/>
              </a:buClr>
              <a:buSzPts val="1600"/>
              <a:buNone/>
              <a:defRPr sz="1600" b="1"/>
            </a:lvl4pPr>
            <a:lvl5pPr marL="2286000" lvl="4" indent="-228600" algn="l">
              <a:lnSpc>
                <a:spcPct val="100000"/>
              </a:lnSpc>
              <a:spcBef>
                <a:spcPts val="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61" name="Google Shape;61;p49"/>
          <p:cNvSpPr txBox="1">
            <a:spLocks noGrp="1"/>
          </p:cNvSpPr>
          <p:nvPr>
            <p:ph type="body" idx="2"/>
          </p:nvPr>
        </p:nvSpPr>
        <p:spPr>
          <a:xfrm>
            <a:off x="609599" y="2072991"/>
            <a:ext cx="5248656" cy="393805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620"/>
              <a:buNone/>
              <a:defRPr sz="1800"/>
            </a:lvl1pPr>
            <a:lvl2pPr marL="914400" lvl="1" indent="-228600" algn="l">
              <a:lnSpc>
                <a:spcPct val="100000"/>
              </a:lnSpc>
              <a:spcBef>
                <a:spcPts val="0"/>
              </a:spcBef>
              <a:spcAft>
                <a:spcPts val="0"/>
              </a:spcAft>
              <a:buClr>
                <a:schemeClr val="dk1"/>
              </a:buClr>
              <a:buSzPts val="1620"/>
              <a:buNone/>
              <a:defRPr sz="1800"/>
            </a:lvl2pPr>
            <a:lvl3pPr marL="1371600" lvl="2" indent="-228600" algn="l">
              <a:lnSpc>
                <a:spcPct val="100000"/>
              </a:lnSpc>
              <a:spcBef>
                <a:spcPts val="0"/>
              </a:spcBef>
              <a:spcAft>
                <a:spcPts val="0"/>
              </a:spcAft>
              <a:buClr>
                <a:schemeClr val="dk1"/>
              </a:buClr>
              <a:buSzPts val="1800"/>
              <a:buNone/>
              <a:defRPr sz="1800"/>
            </a:lvl3pPr>
            <a:lvl4pPr marL="1828800" lvl="3" indent="-228600" algn="l">
              <a:lnSpc>
                <a:spcPct val="100000"/>
              </a:lnSpc>
              <a:spcBef>
                <a:spcPts val="0"/>
              </a:spcBef>
              <a:spcAft>
                <a:spcPts val="0"/>
              </a:spcAft>
              <a:buClr>
                <a:schemeClr val="dk1"/>
              </a:buClr>
              <a:buSzPts val="1200"/>
              <a:buNone/>
              <a:defRPr sz="1200"/>
            </a:lvl4pPr>
            <a:lvl5pPr marL="2286000" lvl="4" indent="-228600" algn="l">
              <a:lnSpc>
                <a:spcPct val="100000"/>
              </a:lnSpc>
              <a:spcBef>
                <a:spcPts val="0"/>
              </a:spcBef>
              <a:spcAft>
                <a:spcPts val="0"/>
              </a:spcAft>
              <a:buClr>
                <a:schemeClr val="dk1"/>
              </a:buClr>
              <a:buSzPts val="1200"/>
              <a:buNone/>
              <a:defRPr sz="12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2" name="Google Shape;62;p49"/>
          <p:cNvSpPr txBox="1">
            <a:spLocks noGrp="1"/>
          </p:cNvSpPr>
          <p:nvPr>
            <p:ph type="body" idx="3"/>
          </p:nvPr>
        </p:nvSpPr>
        <p:spPr>
          <a:xfrm>
            <a:off x="6423744" y="1662252"/>
            <a:ext cx="5248656" cy="307777"/>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Clr>
                <a:schemeClr val="dk2"/>
              </a:buClr>
              <a:buSzPts val="1800"/>
              <a:buNone/>
              <a:defRPr sz="2000" b="1">
                <a:solidFill>
                  <a:schemeClr val="dk2"/>
                </a:solidFill>
              </a:defRPr>
            </a:lvl1pPr>
            <a:lvl2pPr marL="914400" lvl="1" indent="-228600" algn="l">
              <a:lnSpc>
                <a:spcPct val="100000"/>
              </a:lnSpc>
              <a:spcBef>
                <a:spcPts val="0"/>
              </a:spcBef>
              <a:spcAft>
                <a:spcPts val="0"/>
              </a:spcAft>
              <a:buClr>
                <a:schemeClr val="dk1"/>
              </a:buClr>
              <a:buSzPts val="1800"/>
              <a:buNone/>
              <a:defRPr sz="2000" b="1"/>
            </a:lvl2pPr>
            <a:lvl3pPr marL="1371600" lvl="2" indent="-228600" algn="l">
              <a:lnSpc>
                <a:spcPct val="100000"/>
              </a:lnSpc>
              <a:spcBef>
                <a:spcPts val="0"/>
              </a:spcBef>
              <a:spcAft>
                <a:spcPts val="0"/>
              </a:spcAft>
              <a:buClr>
                <a:schemeClr val="dk1"/>
              </a:buClr>
              <a:buSzPts val="1800"/>
              <a:buNone/>
              <a:defRPr sz="1800" b="1"/>
            </a:lvl3pPr>
            <a:lvl4pPr marL="1828800" lvl="3" indent="-228600" algn="l">
              <a:lnSpc>
                <a:spcPct val="100000"/>
              </a:lnSpc>
              <a:spcBef>
                <a:spcPts val="0"/>
              </a:spcBef>
              <a:spcAft>
                <a:spcPts val="0"/>
              </a:spcAft>
              <a:buClr>
                <a:schemeClr val="dk1"/>
              </a:buClr>
              <a:buSzPts val="1600"/>
              <a:buNone/>
              <a:defRPr sz="1600" b="1"/>
            </a:lvl4pPr>
            <a:lvl5pPr marL="2286000" lvl="4" indent="-228600" algn="l">
              <a:lnSpc>
                <a:spcPct val="100000"/>
              </a:lnSpc>
              <a:spcBef>
                <a:spcPts val="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63" name="Google Shape;63;p49"/>
          <p:cNvSpPr txBox="1">
            <a:spLocks noGrp="1"/>
          </p:cNvSpPr>
          <p:nvPr>
            <p:ph type="body" idx="4"/>
          </p:nvPr>
        </p:nvSpPr>
        <p:spPr>
          <a:xfrm>
            <a:off x="6423744" y="2072991"/>
            <a:ext cx="5248656" cy="393805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620"/>
              <a:buNone/>
              <a:defRPr sz="1800"/>
            </a:lvl1pPr>
            <a:lvl2pPr marL="914400" lvl="1" indent="-228600" algn="l">
              <a:lnSpc>
                <a:spcPct val="100000"/>
              </a:lnSpc>
              <a:spcBef>
                <a:spcPts val="0"/>
              </a:spcBef>
              <a:spcAft>
                <a:spcPts val="0"/>
              </a:spcAft>
              <a:buClr>
                <a:schemeClr val="dk1"/>
              </a:buClr>
              <a:buSzPts val="1620"/>
              <a:buNone/>
              <a:defRPr sz="1800"/>
            </a:lvl2pPr>
            <a:lvl3pPr marL="1371600" lvl="2" indent="-228600" algn="l">
              <a:lnSpc>
                <a:spcPct val="100000"/>
              </a:lnSpc>
              <a:spcBef>
                <a:spcPts val="0"/>
              </a:spcBef>
              <a:spcAft>
                <a:spcPts val="0"/>
              </a:spcAft>
              <a:buClr>
                <a:schemeClr val="dk1"/>
              </a:buClr>
              <a:buSzPts val="1800"/>
              <a:buNone/>
              <a:defRPr sz="1800"/>
            </a:lvl3pPr>
            <a:lvl4pPr marL="1828800" lvl="3" indent="-228600" algn="l">
              <a:lnSpc>
                <a:spcPct val="100000"/>
              </a:lnSpc>
              <a:spcBef>
                <a:spcPts val="0"/>
              </a:spcBef>
              <a:spcAft>
                <a:spcPts val="0"/>
              </a:spcAft>
              <a:buClr>
                <a:schemeClr val="dk1"/>
              </a:buClr>
              <a:buSzPts val="1200"/>
              <a:buNone/>
              <a:defRPr sz="1200"/>
            </a:lvl4pPr>
            <a:lvl5pPr marL="2286000" lvl="4" indent="-228600" algn="l">
              <a:lnSpc>
                <a:spcPct val="100000"/>
              </a:lnSpc>
              <a:spcBef>
                <a:spcPts val="0"/>
              </a:spcBef>
              <a:spcAft>
                <a:spcPts val="0"/>
              </a:spcAft>
              <a:buClr>
                <a:schemeClr val="dk1"/>
              </a:buClr>
              <a:buSzPts val="1200"/>
              <a:buNone/>
              <a:defRPr sz="12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64"/>
        <p:cNvGrpSpPr/>
        <p:nvPr/>
      </p:nvGrpSpPr>
      <p:grpSpPr>
        <a:xfrm>
          <a:off x="0" y="0"/>
          <a:ext cx="0" cy="0"/>
          <a:chOff x="0" y="0"/>
          <a:chExt cx="0" cy="0"/>
        </a:xfrm>
      </p:grpSpPr>
      <p:sp>
        <p:nvSpPr>
          <p:cNvPr id="65" name="Google Shape;65;p50"/>
          <p:cNvSpPr txBox="1">
            <a:spLocks noGrp="1"/>
          </p:cNvSpPr>
          <p:nvPr>
            <p:ph type="title"/>
          </p:nvPr>
        </p:nvSpPr>
        <p:spPr>
          <a:xfrm>
            <a:off x="609599" y="2571622"/>
            <a:ext cx="10130971" cy="1218795"/>
          </a:xfrm>
          <a:prstGeom prst="rect">
            <a:avLst/>
          </a:prstGeom>
          <a:noFill/>
          <a:ln>
            <a:noFill/>
          </a:ln>
        </p:spPr>
        <p:txBody>
          <a:bodyPr spcFirstLastPara="1" wrap="square" lIns="0" tIns="0" rIns="0" bIns="0" anchor="b" anchorCtr="0">
            <a:spAutoFit/>
          </a:bodyPr>
          <a:lstStyle>
            <a:lvl1pPr lvl="0" algn="l">
              <a:lnSpc>
                <a:spcPct val="90000"/>
              </a:lnSpc>
              <a:spcBef>
                <a:spcPts val="0"/>
              </a:spcBef>
              <a:spcAft>
                <a:spcPts val="0"/>
              </a:spcAft>
              <a:buClr>
                <a:schemeClr val="dk1"/>
              </a:buClr>
              <a:buSzPts val="4400"/>
              <a:buFont typeface="Play"/>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50"/>
          <p:cNvSpPr txBox="1">
            <a:spLocks noGrp="1"/>
          </p:cNvSpPr>
          <p:nvPr>
            <p:ph type="body" idx="1"/>
          </p:nvPr>
        </p:nvSpPr>
        <p:spPr>
          <a:xfrm>
            <a:off x="881063" y="4356013"/>
            <a:ext cx="5486400" cy="307777"/>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0"/>
              </a:spcBef>
              <a:spcAft>
                <a:spcPts val="0"/>
              </a:spcAft>
              <a:buClr>
                <a:schemeClr val="dk1"/>
              </a:buClr>
              <a:buSzPts val="1800"/>
              <a:buNone/>
              <a:defRPr sz="2000" b="1"/>
            </a:lvl1pPr>
            <a:lvl2pPr marL="914400" lvl="1" indent="-228600" algn="l">
              <a:lnSpc>
                <a:spcPct val="100000"/>
              </a:lnSpc>
              <a:spcBef>
                <a:spcPts val="0"/>
              </a:spcBef>
              <a:spcAft>
                <a:spcPts val="0"/>
              </a:spcAft>
              <a:buClr>
                <a:schemeClr val="dk1"/>
              </a:buClr>
              <a:buSzPts val="1620"/>
              <a:buNone/>
              <a:defRPr/>
            </a:lvl2pPr>
            <a:lvl3pPr marL="1371600" lvl="2" indent="-228600" algn="l">
              <a:lnSpc>
                <a:spcPct val="100000"/>
              </a:lnSpc>
              <a:spcBef>
                <a:spcPts val="0"/>
              </a:spcBef>
              <a:spcAft>
                <a:spcPts val="0"/>
              </a:spcAft>
              <a:buClr>
                <a:schemeClr val="dk1"/>
              </a:buClr>
              <a:buSzPts val="1800"/>
              <a:buNone/>
              <a:defRPr/>
            </a:lvl3pPr>
            <a:lvl4pPr marL="1828800" lvl="3" indent="-228600" algn="l">
              <a:lnSpc>
                <a:spcPct val="100000"/>
              </a:lnSpc>
              <a:spcBef>
                <a:spcPts val="0"/>
              </a:spcBef>
              <a:spcAft>
                <a:spcPts val="0"/>
              </a:spcAft>
              <a:buClr>
                <a:schemeClr val="dk1"/>
              </a:buClr>
              <a:buSzPts val="1800"/>
              <a:buNone/>
              <a:defRPr/>
            </a:lvl4pPr>
            <a:lvl5pPr marL="2286000" lvl="4" indent="-228600" algn="l">
              <a:lnSpc>
                <a:spcPct val="100000"/>
              </a:lnSpc>
              <a:spcBef>
                <a:spcPts val="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7" name="Google Shape;67;p50"/>
          <p:cNvSpPr txBox="1">
            <a:spLocks noGrp="1"/>
          </p:cNvSpPr>
          <p:nvPr>
            <p:ph type="body" idx="2"/>
          </p:nvPr>
        </p:nvSpPr>
        <p:spPr>
          <a:xfrm>
            <a:off x="881063" y="4692818"/>
            <a:ext cx="5486400" cy="313932"/>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440"/>
              <a:buNone/>
              <a:defRPr sz="1600"/>
            </a:lvl1pPr>
            <a:lvl2pPr marL="914400" lvl="1" indent="-228600" algn="l">
              <a:lnSpc>
                <a:spcPct val="100000"/>
              </a:lnSpc>
              <a:spcBef>
                <a:spcPts val="0"/>
              </a:spcBef>
              <a:spcAft>
                <a:spcPts val="0"/>
              </a:spcAft>
              <a:buClr>
                <a:schemeClr val="dk1"/>
              </a:buClr>
              <a:buSzPts val="1620"/>
              <a:buNone/>
              <a:defRPr/>
            </a:lvl2pPr>
            <a:lvl3pPr marL="1371600" lvl="2" indent="-228600" algn="l">
              <a:lnSpc>
                <a:spcPct val="100000"/>
              </a:lnSpc>
              <a:spcBef>
                <a:spcPts val="0"/>
              </a:spcBef>
              <a:spcAft>
                <a:spcPts val="0"/>
              </a:spcAft>
              <a:buClr>
                <a:schemeClr val="dk1"/>
              </a:buClr>
              <a:buSzPts val="1800"/>
              <a:buNone/>
              <a:defRPr/>
            </a:lvl3pPr>
            <a:lvl4pPr marL="1828800" lvl="3" indent="-228600" algn="l">
              <a:lnSpc>
                <a:spcPct val="100000"/>
              </a:lnSpc>
              <a:spcBef>
                <a:spcPts val="0"/>
              </a:spcBef>
              <a:spcAft>
                <a:spcPts val="0"/>
              </a:spcAft>
              <a:buClr>
                <a:schemeClr val="dk1"/>
              </a:buClr>
              <a:buSzPts val="1800"/>
              <a:buNone/>
              <a:defRPr/>
            </a:lvl4pPr>
            <a:lvl5pPr marL="2286000" lvl="4" indent="-228600" algn="l">
              <a:lnSpc>
                <a:spcPct val="100000"/>
              </a:lnSpc>
              <a:spcBef>
                <a:spcPts val="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ode" userDrawn="1">
  <p:cSld name="Code">
    <p:spTree>
      <p:nvGrpSpPr>
        <p:cNvPr id="1" name="Shape 68"/>
        <p:cNvGrpSpPr/>
        <p:nvPr/>
      </p:nvGrpSpPr>
      <p:grpSpPr>
        <a:xfrm>
          <a:off x="0" y="0"/>
          <a:ext cx="0" cy="0"/>
          <a:chOff x="0" y="0"/>
          <a:chExt cx="0" cy="0"/>
        </a:xfrm>
      </p:grpSpPr>
      <p:sp>
        <p:nvSpPr>
          <p:cNvPr id="69" name="Google Shape;69;p51"/>
          <p:cNvSpPr txBox="1">
            <a:spLocks noGrp="1"/>
          </p:cNvSpPr>
          <p:nvPr>
            <p:ph type="title"/>
          </p:nvPr>
        </p:nvSpPr>
        <p:spPr>
          <a:xfrm>
            <a:off x="609600" y="914403"/>
            <a:ext cx="10972800" cy="4431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1"/>
              </a:buClr>
              <a:buSzPts val="3200"/>
              <a:buFont typeface="Pla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Holding">
  <p:cSld name="Holding">
    <p:spTree>
      <p:nvGrpSpPr>
        <p:cNvPr id="1" name="Shape 78"/>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matchingName="Full Image">
  <p:cSld name="Full Image">
    <p:spTree>
      <p:nvGrpSpPr>
        <p:cNvPr id="1" name="Shape 79"/>
        <p:cNvGrpSpPr/>
        <p:nvPr/>
      </p:nvGrpSpPr>
      <p:grpSpPr>
        <a:xfrm>
          <a:off x="0" y="0"/>
          <a:ext cx="0" cy="0"/>
          <a:chOff x="0" y="0"/>
          <a:chExt cx="0" cy="0"/>
        </a:xfrm>
      </p:grpSpPr>
      <p:sp>
        <p:nvSpPr>
          <p:cNvPr id="80" name="Google Shape;80;p54"/>
          <p:cNvSpPr>
            <a:spLocks noGrp="1"/>
          </p:cNvSpPr>
          <p:nvPr>
            <p:ph type="pic" idx="2"/>
          </p:nvPr>
        </p:nvSpPr>
        <p:spPr>
          <a:xfrm>
            <a:off x="0" y="3"/>
            <a:ext cx="12192000" cy="6857999"/>
          </a:xfrm>
          <a:prstGeom prst="rect">
            <a:avLst/>
          </a:prstGeom>
          <a:solidFill>
            <a:schemeClr val="dk2"/>
          </a:solid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matchingName="Video">
  <p:cSld name="Video">
    <p:spTree>
      <p:nvGrpSpPr>
        <p:cNvPr id="1" name="Shape 81"/>
        <p:cNvGrpSpPr/>
        <p:nvPr/>
      </p:nvGrpSpPr>
      <p:grpSpPr>
        <a:xfrm>
          <a:off x="0" y="0"/>
          <a:ext cx="0" cy="0"/>
          <a:chOff x="0" y="0"/>
          <a:chExt cx="0" cy="0"/>
        </a:xfrm>
      </p:grpSpPr>
      <p:sp>
        <p:nvSpPr>
          <p:cNvPr id="82" name="Google Shape;82;p55"/>
          <p:cNvSpPr>
            <a:spLocks noGrp="1"/>
          </p:cNvSpPr>
          <p:nvPr>
            <p:ph type="media" idx="2"/>
          </p:nvPr>
        </p:nvSpPr>
        <p:spPr>
          <a:xfrm>
            <a:off x="0" y="0"/>
            <a:ext cx="12192000" cy="6858000"/>
          </a:xfrm>
          <a:prstGeom prst="rect">
            <a:avLst/>
          </a:prstGeom>
          <a:solidFill>
            <a:schemeClr val="dk2"/>
          </a:solidFill>
          <a:ln>
            <a:noFill/>
          </a:ln>
        </p:spPr>
        <p:txBody>
          <a:bodyPr spcFirstLastPara="1" wrap="square" lIns="0" tIns="0" rIns="0" bIns="0" anchor="ctr" anchorCtr="0">
            <a:noAutofit/>
          </a:bodyPr>
          <a:lstStyle>
            <a:lvl1pPr marR="0" lvl="0" algn="ctr" rtl="0">
              <a:lnSpc>
                <a:spcPct val="100000"/>
              </a:lnSpc>
              <a:spcBef>
                <a:spcPts val="0"/>
              </a:spcBef>
              <a:spcAft>
                <a:spcPts val="0"/>
              </a:spcAft>
              <a:buClr>
                <a:schemeClr val="dk1"/>
              </a:buClr>
              <a:buSzPts val="2160"/>
              <a:buFont typeface="Century Gothic"/>
              <a:buNone/>
              <a:defRPr sz="2400" b="0" i="0" u="none" strike="noStrike" cap="none">
                <a:solidFill>
                  <a:schemeClr val="dk1"/>
                </a:solidFill>
                <a:latin typeface="Play"/>
                <a:ea typeface="Play"/>
                <a:cs typeface="Play"/>
                <a:sym typeface="Play"/>
              </a:defRPr>
            </a:lvl1pPr>
            <a:lvl2pPr marR="0" lvl="1" algn="l" rtl="0">
              <a:lnSpc>
                <a:spcPct val="100000"/>
              </a:lnSpc>
              <a:spcBef>
                <a:spcPts val="0"/>
              </a:spcBef>
              <a:spcAft>
                <a:spcPts val="0"/>
              </a:spcAft>
              <a:buClr>
                <a:schemeClr val="dk1"/>
              </a:buClr>
              <a:buSzPts val="1800"/>
              <a:buFont typeface="Century Gothic"/>
              <a:buNone/>
              <a:defRPr sz="2000" b="0" i="0" u="none" strike="noStrike" cap="none">
                <a:solidFill>
                  <a:schemeClr val="dk1"/>
                </a:solidFill>
                <a:latin typeface="Play"/>
                <a:ea typeface="Play"/>
                <a:cs typeface="Play"/>
                <a:sym typeface="Play"/>
              </a:defRPr>
            </a:lvl2pPr>
            <a:lvl3pPr marR="0" lvl="2" algn="l" rtl="0">
              <a:lnSpc>
                <a:spcPct val="100000"/>
              </a:lnSpc>
              <a:spcBef>
                <a:spcPts val="0"/>
              </a:spcBef>
              <a:spcAft>
                <a:spcPts val="0"/>
              </a:spcAft>
              <a:buClr>
                <a:schemeClr val="dk1"/>
              </a:buClr>
              <a:buSzPts val="1800"/>
              <a:buFont typeface="Century Gothic"/>
              <a:buNone/>
              <a:defRPr sz="1800" b="0" i="0" u="none" strike="noStrike" cap="none">
                <a:solidFill>
                  <a:schemeClr val="dk1"/>
                </a:solidFill>
                <a:latin typeface="Play"/>
                <a:ea typeface="Play"/>
                <a:cs typeface="Play"/>
                <a:sym typeface="Play"/>
              </a:defRPr>
            </a:lvl3pPr>
            <a:lvl4pPr marR="0" lvl="3" algn="l" rtl="0">
              <a:lnSpc>
                <a:spcPct val="100000"/>
              </a:lnSpc>
              <a:spcBef>
                <a:spcPts val="0"/>
              </a:spcBef>
              <a:spcAft>
                <a:spcPts val="0"/>
              </a:spcAft>
              <a:buClr>
                <a:schemeClr val="dk1"/>
              </a:buClr>
              <a:buSzPts val="1600"/>
              <a:buFont typeface="Century Gothic"/>
              <a:buNone/>
              <a:defRPr sz="1600" b="0" i="0" u="none" strike="noStrike" cap="none">
                <a:solidFill>
                  <a:schemeClr val="dk1"/>
                </a:solidFill>
                <a:latin typeface="Play"/>
                <a:ea typeface="Play"/>
                <a:cs typeface="Play"/>
                <a:sym typeface="Play"/>
              </a:defRPr>
            </a:lvl4pPr>
            <a:lvl5pPr marR="0" lvl="4" algn="l" rtl="0">
              <a:lnSpc>
                <a:spcPct val="100000"/>
              </a:lnSpc>
              <a:spcBef>
                <a:spcPts val="0"/>
              </a:spcBef>
              <a:spcAft>
                <a:spcPts val="0"/>
              </a:spcAft>
              <a:buClr>
                <a:schemeClr val="dk1"/>
              </a:buClr>
              <a:buSzPts val="1600"/>
              <a:buFont typeface="Century Gothic"/>
              <a:buNone/>
              <a:defRPr sz="1600" b="0" i="0" u="none" strike="noStrike" cap="none">
                <a:solidFill>
                  <a:schemeClr val="dk1"/>
                </a:solidFill>
                <a:latin typeface="Play"/>
                <a:ea typeface="Play"/>
                <a:cs typeface="Play"/>
                <a:sym typeface="Play"/>
              </a:defRPr>
            </a:lvl5pPr>
            <a:lvl6pPr marR="0" lvl="5" algn="l" rtl="0">
              <a:lnSpc>
                <a:spcPct val="90000"/>
              </a:lnSpc>
              <a:spcBef>
                <a:spcPts val="500"/>
              </a:spcBef>
              <a:spcAft>
                <a:spcPts val="0"/>
              </a:spcAft>
              <a:buClr>
                <a:schemeClr val="lt1"/>
              </a:buClr>
              <a:buSzPts val="1800"/>
              <a:buFont typeface="Century Gothic"/>
              <a:buChar char="•"/>
              <a:defRPr sz="1800" b="0" i="0" u="none" strike="noStrike" cap="none">
                <a:solidFill>
                  <a:schemeClr val="lt1"/>
                </a:solidFill>
                <a:latin typeface="Play"/>
                <a:ea typeface="Play"/>
                <a:cs typeface="Play"/>
                <a:sym typeface="Play"/>
              </a:defRPr>
            </a:lvl6pPr>
            <a:lvl7pPr marR="0" lvl="6" algn="l" rtl="0">
              <a:lnSpc>
                <a:spcPct val="90000"/>
              </a:lnSpc>
              <a:spcBef>
                <a:spcPts val="500"/>
              </a:spcBef>
              <a:spcAft>
                <a:spcPts val="0"/>
              </a:spcAft>
              <a:buClr>
                <a:schemeClr val="lt1"/>
              </a:buClr>
              <a:buSzPts val="1800"/>
              <a:buFont typeface="Century Gothic"/>
              <a:buChar char="•"/>
              <a:defRPr sz="1800" b="0" i="0" u="none" strike="noStrike" cap="none">
                <a:solidFill>
                  <a:schemeClr val="lt1"/>
                </a:solidFill>
                <a:latin typeface="Play"/>
                <a:ea typeface="Play"/>
                <a:cs typeface="Play"/>
                <a:sym typeface="Play"/>
              </a:defRPr>
            </a:lvl7pPr>
            <a:lvl8pPr marR="0" lvl="7" algn="l" rtl="0">
              <a:lnSpc>
                <a:spcPct val="90000"/>
              </a:lnSpc>
              <a:spcBef>
                <a:spcPts val="500"/>
              </a:spcBef>
              <a:spcAft>
                <a:spcPts val="0"/>
              </a:spcAft>
              <a:buClr>
                <a:schemeClr val="lt1"/>
              </a:buClr>
              <a:buSzPts val="1800"/>
              <a:buFont typeface="Century Gothic"/>
              <a:buChar char="•"/>
              <a:defRPr sz="1800" b="0" i="0" u="none" strike="noStrike" cap="none">
                <a:solidFill>
                  <a:schemeClr val="lt1"/>
                </a:solidFill>
                <a:latin typeface="Play"/>
                <a:ea typeface="Play"/>
                <a:cs typeface="Play"/>
                <a:sym typeface="Play"/>
              </a:defRPr>
            </a:lvl8pPr>
            <a:lvl9pPr marR="0" lvl="8" algn="l" rtl="0">
              <a:lnSpc>
                <a:spcPct val="90000"/>
              </a:lnSpc>
              <a:spcBef>
                <a:spcPts val="500"/>
              </a:spcBef>
              <a:spcAft>
                <a:spcPts val="0"/>
              </a:spcAft>
              <a:buClr>
                <a:schemeClr val="lt1"/>
              </a:buClr>
              <a:buSzPts val="1800"/>
              <a:buFont typeface="Century Gothic"/>
              <a:buChar char="•"/>
              <a:defRPr sz="1800" b="0" i="0" u="none" strike="noStrike" cap="none">
                <a:solidFill>
                  <a:schemeClr val="lt1"/>
                </a:solidFill>
                <a:latin typeface="Play"/>
                <a:ea typeface="Play"/>
                <a:cs typeface="Play"/>
                <a:sym typeface="Play"/>
              </a:defRPr>
            </a:lvl9pPr>
          </a:lstStyle>
          <a:p>
            <a:endParaRPr/>
          </a:p>
        </p:txBody>
      </p:sp>
      <p:pic>
        <p:nvPicPr>
          <p:cNvPr id="83" name="Google Shape;83;p55"/>
          <p:cNvPicPr preferRelativeResize="0"/>
          <p:nvPr/>
        </p:nvPicPr>
        <p:blipFill rotWithShape="1">
          <a:blip r:embed="rId2">
            <a:alphaModFix/>
          </a:blip>
          <a:srcRect/>
          <a:stretch/>
        </p:blipFill>
        <p:spPr>
          <a:xfrm>
            <a:off x="4994672" y="2327672"/>
            <a:ext cx="2202656" cy="2202656"/>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image" Target="../media/image1.png"/><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
        <p:cNvGrpSpPr/>
        <p:nvPr/>
      </p:nvGrpSpPr>
      <p:grpSpPr>
        <a:xfrm>
          <a:off x="0" y="0"/>
          <a:ext cx="0" cy="0"/>
          <a:chOff x="0" y="0"/>
          <a:chExt cx="0" cy="0"/>
        </a:xfrm>
      </p:grpSpPr>
      <p:sp>
        <p:nvSpPr>
          <p:cNvPr id="7" name="Google Shape;7;p38"/>
          <p:cNvSpPr txBox="1">
            <a:spLocks noGrp="1"/>
          </p:cNvSpPr>
          <p:nvPr>
            <p:ph type="title"/>
          </p:nvPr>
        </p:nvSpPr>
        <p:spPr>
          <a:xfrm>
            <a:off x="609600" y="914403"/>
            <a:ext cx="10972800" cy="443198"/>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chemeClr val="dk1"/>
              </a:buClr>
              <a:buSzPts val="3200"/>
              <a:buFont typeface="Play"/>
              <a:buNone/>
              <a:defRPr sz="3200" b="1"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8" name="Google Shape;8;p38"/>
          <p:cNvSpPr txBox="1">
            <a:spLocks noGrp="1"/>
          </p:cNvSpPr>
          <p:nvPr>
            <p:ph type="body" idx="1"/>
          </p:nvPr>
        </p:nvSpPr>
        <p:spPr>
          <a:xfrm>
            <a:off x="609600" y="1718985"/>
            <a:ext cx="10972800" cy="369332"/>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chemeClr val="dk1"/>
              </a:buClr>
              <a:buSzPts val="2160"/>
              <a:buFont typeface="Century Gothic"/>
              <a:buNone/>
              <a:defRPr sz="2400" b="0" i="0" u="none" strike="noStrike" cap="none">
                <a:solidFill>
                  <a:schemeClr val="dk1"/>
                </a:solidFill>
                <a:latin typeface="Play"/>
                <a:ea typeface="Play"/>
                <a:cs typeface="Play"/>
                <a:sym typeface="Play"/>
              </a:defRPr>
            </a:lvl1pPr>
            <a:lvl2pPr marL="914400" marR="0" lvl="1" indent="-228600" algn="l" rtl="0">
              <a:lnSpc>
                <a:spcPct val="100000"/>
              </a:lnSpc>
              <a:spcBef>
                <a:spcPts val="0"/>
              </a:spcBef>
              <a:spcAft>
                <a:spcPts val="0"/>
              </a:spcAft>
              <a:buClr>
                <a:schemeClr val="dk1"/>
              </a:buClr>
              <a:buSzPts val="1800"/>
              <a:buFont typeface="Century Gothic"/>
              <a:buNone/>
              <a:defRPr sz="2000" b="0" i="0" u="none" strike="noStrike" cap="none">
                <a:solidFill>
                  <a:schemeClr val="dk1"/>
                </a:solidFill>
                <a:latin typeface="Play"/>
                <a:ea typeface="Play"/>
                <a:cs typeface="Play"/>
                <a:sym typeface="Play"/>
              </a:defRPr>
            </a:lvl2pPr>
            <a:lvl3pPr marL="1371600" marR="0" lvl="2" indent="-228600" algn="l" rtl="0">
              <a:lnSpc>
                <a:spcPct val="100000"/>
              </a:lnSpc>
              <a:spcBef>
                <a:spcPts val="0"/>
              </a:spcBef>
              <a:spcAft>
                <a:spcPts val="0"/>
              </a:spcAft>
              <a:buClr>
                <a:schemeClr val="dk1"/>
              </a:buClr>
              <a:buSzPts val="1800"/>
              <a:buFont typeface="Century Gothic"/>
              <a:buNone/>
              <a:defRPr sz="1800" b="0" i="0" u="none" strike="noStrike" cap="none">
                <a:solidFill>
                  <a:schemeClr val="dk1"/>
                </a:solidFill>
                <a:latin typeface="Play"/>
                <a:ea typeface="Play"/>
                <a:cs typeface="Play"/>
                <a:sym typeface="Play"/>
              </a:defRPr>
            </a:lvl3pPr>
            <a:lvl4pPr marL="1828800" marR="0" lvl="3" indent="-228600" algn="l" rtl="0">
              <a:lnSpc>
                <a:spcPct val="100000"/>
              </a:lnSpc>
              <a:spcBef>
                <a:spcPts val="0"/>
              </a:spcBef>
              <a:spcAft>
                <a:spcPts val="0"/>
              </a:spcAft>
              <a:buClr>
                <a:schemeClr val="dk1"/>
              </a:buClr>
              <a:buSzPts val="1600"/>
              <a:buFont typeface="Century Gothic"/>
              <a:buNone/>
              <a:defRPr sz="1600" b="0" i="0" u="none" strike="noStrike" cap="none">
                <a:solidFill>
                  <a:schemeClr val="dk1"/>
                </a:solidFill>
                <a:latin typeface="Play"/>
                <a:ea typeface="Play"/>
                <a:cs typeface="Play"/>
                <a:sym typeface="Play"/>
              </a:defRPr>
            </a:lvl4pPr>
            <a:lvl5pPr marL="2286000" marR="0" lvl="4" indent="-228600" algn="l" rtl="0">
              <a:lnSpc>
                <a:spcPct val="100000"/>
              </a:lnSpc>
              <a:spcBef>
                <a:spcPts val="0"/>
              </a:spcBef>
              <a:spcAft>
                <a:spcPts val="0"/>
              </a:spcAft>
              <a:buClr>
                <a:schemeClr val="dk1"/>
              </a:buClr>
              <a:buSzPts val="1600"/>
              <a:buFont typeface="Century Gothic"/>
              <a:buNone/>
              <a:defRPr sz="1600" b="0" i="0" u="none" strike="noStrike" cap="none">
                <a:solidFill>
                  <a:schemeClr val="dk1"/>
                </a:solidFill>
                <a:latin typeface="Play"/>
                <a:ea typeface="Play"/>
                <a:cs typeface="Play"/>
                <a:sym typeface="Play"/>
              </a:defRPr>
            </a:lvl5pPr>
            <a:lvl6pPr marL="2743200" marR="0" lvl="5" indent="-342900" algn="l" rtl="0">
              <a:lnSpc>
                <a:spcPct val="90000"/>
              </a:lnSpc>
              <a:spcBef>
                <a:spcPts val="500"/>
              </a:spcBef>
              <a:spcAft>
                <a:spcPts val="0"/>
              </a:spcAft>
              <a:buClr>
                <a:schemeClr val="lt1"/>
              </a:buClr>
              <a:buSzPts val="1800"/>
              <a:buFont typeface="Century Gothic"/>
              <a:buChar char="•"/>
              <a:defRPr sz="1800" b="0" i="0" u="none" strike="noStrike" cap="none">
                <a:solidFill>
                  <a:schemeClr val="lt1"/>
                </a:solidFill>
                <a:latin typeface="Play"/>
                <a:ea typeface="Play"/>
                <a:cs typeface="Play"/>
                <a:sym typeface="Play"/>
              </a:defRPr>
            </a:lvl6pPr>
            <a:lvl7pPr marL="3200400" marR="0" lvl="6" indent="-342900" algn="l" rtl="0">
              <a:lnSpc>
                <a:spcPct val="90000"/>
              </a:lnSpc>
              <a:spcBef>
                <a:spcPts val="500"/>
              </a:spcBef>
              <a:spcAft>
                <a:spcPts val="0"/>
              </a:spcAft>
              <a:buClr>
                <a:schemeClr val="lt1"/>
              </a:buClr>
              <a:buSzPts val="1800"/>
              <a:buFont typeface="Century Gothic"/>
              <a:buChar char="•"/>
              <a:defRPr sz="1800" b="0" i="0" u="none" strike="noStrike" cap="none">
                <a:solidFill>
                  <a:schemeClr val="lt1"/>
                </a:solidFill>
                <a:latin typeface="Play"/>
                <a:ea typeface="Play"/>
                <a:cs typeface="Play"/>
                <a:sym typeface="Play"/>
              </a:defRPr>
            </a:lvl7pPr>
            <a:lvl8pPr marL="3657600" marR="0" lvl="7" indent="-342900" algn="l" rtl="0">
              <a:lnSpc>
                <a:spcPct val="90000"/>
              </a:lnSpc>
              <a:spcBef>
                <a:spcPts val="500"/>
              </a:spcBef>
              <a:spcAft>
                <a:spcPts val="0"/>
              </a:spcAft>
              <a:buClr>
                <a:schemeClr val="lt1"/>
              </a:buClr>
              <a:buSzPts val="1800"/>
              <a:buFont typeface="Century Gothic"/>
              <a:buChar char="•"/>
              <a:defRPr sz="1800" b="0" i="0" u="none" strike="noStrike" cap="none">
                <a:solidFill>
                  <a:schemeClr val="lt1"/>
                </a:solidFill>
                <a:latin typeface="Play"/>
                <a:ea typeface="Play"/>
                <a:cs typeface="Play"/>
                <a:sym typeface="Play"/>
              </a:defRPr>
            </a:lvl8pPr>
            <a:lvl9pPr marL="4114800" marR="0" lvl="8" indent="-342900" algn="l" rtl="0">
              <a:lnSpc>
                <a:spcPct val="90000"/>
              </a:lnSpc>
              <a:spcBef>
                <a:spcPts val="500"/>
              </a:spcBef>
              <a:spcAft>
                <a:spcPts val="0"/>
              </a:spcAft>
              <a:buClr>
                <a:schemeClr val="lt1"/>
              </a:buClr>
              <a:buSzPts val="1800"/>
              <a:buFont typeface="Century Gothic"/>
              <a:buChar char="•"/>
              <a:defRPr sz="1800" b="0" i="0" u="none" strike="noStrike" cap="none">
                <a:solidFill>
                  <a:schemeClr val="lt1"/>
                </a:solidFill>
                <a:latin typeface="Play"/>
                <a:ea typeface="Play"/>
                <a:cs typeface="Play"/>
                <a:sym typeface="Play"/>
              </a:defRPr>
            </a:lvl9pPr>
          </a:lstStyle>
          <a:p>
            <a:endParaRPr dirty="0"/>
          </a:p>
        </p:txBody>
      </p:sp>
      <p:pic>
        <p:nvPicPr>
          <p:cNvPr id="9" name="Google Shape;9;p38" descr="pasted-movie.png"/>
          <p:cNvPicPr preferRelativeResize="0"/>
          <p:nvPr/>
        </p:nvPicPr>
        <p:blipFill rotWithShape="1">
          <a:blip r:embed="rId15">
            <a:alphaModFix/>
          </a:blip>
          <a:srcRect/>
          <a:stretch/>
        </p:blipFill>
        <p:spPr>
          <a:xfrm>
            <a:off x="10389732" y="5943597"/>
            <a:ext cx="1434431" cy="44319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7" r:id="rId1"/>
    <p:sldLayoutId id="2147483693" r:id="rId2"/>
    <p:sldLayoutId id="2147483694" r:id="rId3"/>
    <p:sldLayoutId id="2147483695" r:id="rId4"/>
    <p:sldLayoutId id="2147483696" r:id="rId5"/>
    <p:sldLayoutId id="2147483675" r:id="rId6"/>
    <p:sldLayoutId id="2147483660" r:id="rId7"/>
    <p:sldLayoutId id="2147483661" r:id="rId8"/>
    <p:sldLayoutId id="2147483697" r:id="rId9"/>
    <p:sldLayoutId id="2147483664" r:id="rId10"/>
    <p:sldLayoutId id="2147483665" r:id="rId11"/>
    <p:sldLayoutId id="2147483698" r:id="rId12"/>
    <p:sldLayoutId id="214748370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Century Gothic"/>
        <a:defRPr sz="1400" b="0" i="0" u="none" strike="noStrike" cap="none">
          <a:solidFill>
            <a:srgbClr val="000000"/>
          </a:solidFill>
          <a:latin typeface="+mj-lt"/>
          <a:ea typeface="Century Gothic"/>
          <a:cs typeface="Century Gothic"/>
          <a:sym typeface="Century Gothic"/>
        </a:defRPr>
      </a:lvl1pPr>
      <a:lvl2pPr marR="0" lvl="1"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Century Gothic"/>
        <a:defRPr sz="1400" b="0" i="0" u="none" strike="noStrike" cap="none">
          <a:solidFill>
            <a:srgbClr val="000000"/>
          </a:solidFill>
          <a:latin typeface="+mn-lt"/>
          <a:ea typeface="Century Gothic"/>
          <a:cs typeface="Century Gothic"/>
          <a:sym typeface="Century Gothic"/>
        </a:defRPr>
      </a:lvl1pPr>
      <a:lvl2pPr marR="0" lvl="1"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9pPr>
    </p:otherStyle>
  </p:txStyles>
  <p:extLst>
    <p:ext uri="{27BBF7A9-308A-43DC-89C8-2F10F3537804}">
      <p15:sldGuideLst xmlns:p15="http://schemas.microsoft.com/office/powerpoint/2012/main">
        <p15:guide id="1" pos="384">
          <p15:clr>
            <a:srgbClr val="F26B43"/>
          </p15:clr>
        </p15:guide>
        <p15:guide id="2" pos="7296">
          <p15:clr>
            <a:srgbClr val="F26B43"/>
          </p15:clr>
        </p15:guide>
        <p15:guide id="3" orient="horz" pos="192">
          <p15:clr>
            <a:srgbClr val="F26B43"/>
          </p15:clr>
        </p15:guide>
        <p15:guide id="4" orient="horz" pos="3912">
          <p15:clr>
            <a:srgbClr val="F26B43"/>
          </p15:clr>
        </p15:guide>
        <p15:guide id="5" orient="horz" pos="1080">
          <p15:clr>
            <a:srgbClr val="F26B43"/>
          </p15:clr>
        </p15:guide>
        <p15:guide id="6" orient="horz" pos="57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
        <p:cNvGrpSpPr/>
        <p:nvPr/>
      </p:nvGrpSpPr>
      <p:grpSpPr>
        <a:xfrm>
          <a:off x="0" y="0"/>
          <a:ext cx="0" cy="0"/>
          <a:chOff x="0" y="0"/>
          <a:chExt cx="0" cy="0"/>
        </a:xfrm>
      </p:grpSpPr>
      <p:sp>
        <p:nvSpPr>
          <p:cNvPr id="7" name="Google Shape;7;p38"/>
          <p:cNvSpPr txBox="1">
            <a:spLocks noGrp="1"/>
          </p:cNvSpPr>
          <p:nvPr>
            <p:ph type="title"/>
          </p:nvPr>
        </p:nvSpPr>
        <p:spPr>
          <a:xfrm>
            <a:off x="609600" y="914403"/>
            <a:ext cx="10972800" cy="443198"/>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chemeClr val="dk1"/>
              </a:buClr>
              <a:buSzPts val="3200"/>
              <a:buFont typeface="Play"/>
              <a:buNone/>
              <a:defRPr sz="3200" b="1"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8" name="Google Shape;8;p38"/>
          <p:cNvSpPr txBox="1">
            <a:spLocks noGrp="1"/>
          </p:cNvSpPr>
          <p:nvPr>
            <p:ph type="body" idx="1"/>
          </p:nvPr>
        </p:nvSpPr>
        <p:spPr>
          <a:xfrm>
            <a:off x="609600" y="1718985"/>
            <a:ext cx="10972800" cy="369332"/>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chemeClr val="dk1"/>
              </a:buClr>
              <a:buSzPts val="2160"/>
              <a:buFont typeface="Century Gothic"/>
              <a:buNone/>
              <a:defRPr sz="2400" b="0" i="0" u="none" strike="noStrike" cap="none">
                <a:solidFill>
                  <a:schemeClr val="dk1"/>
                </a:solidFill>
                <a:latin typeface="Play"/>
                <a:ea typeface="Play"/>
                <a:cs typeface="Play"/>
                <a:sym typeface="Play"/>
              </a:defRPr>
            </a:lvl1pPr>
            <a:lvl2pPr marL="914400" marR="0" lvl="1" indent="-228600" algn="l" rtl="0">
              <a:lnSpc>
                <a:spcPct val="100000"/>
              </a:lnSpc>
              <a:spcBef>
                <a:spcPts val="0"/>
              </a:spcBef>
              <a:spcAft>
                <a:spcPts val="0"/>
              </a:spcAft>
              <a:buClr>
                <a:schemeClr val="dk1"/>
              </a:buClr>
              <a:buSzPts val="1800"/>
              <a:buFont typeface="Century Gothic"/>
              <a:buNone/>
              <a:defRPr sz="2000" b="0" i="0" u="none" strike="noStrike" cap="none">
                <a:solidFill>
                  <a:schemeClr val="dk1"/>
                </a:solidFill>
                <a:latin typeface="Play"/>
                <a:ea typeface="Play"/>
                <a:cs typeface="Play"/>
                <a:sym typeface="Play"/>
              </a:defRPr>
            </a:lvl2pPr>
            <a:lvl3pPr marL="1371600" marR="0" lvl="2" indent="-228600" algn="l" rtl="0">
              <a:lnSpc>
                <a:spcPct val="100000"/>
              </a:lnSpc>
              <a:spcBef>
                <a:spcPts val="0"/>
              </a:spcBef>
              <a:spcAft>
                <a:spcPts val="0"/>
              </a:spcAft>
              <a:buClr>
                <a:schemeClr val="dk1"/>
              </a:buClr>
              <a:buSzPts val="1800"/>
              <a:buFont typeface="Century Gothic"/>
              <a:buNone/>
              <a:defRPr sz="1800" b="0" i="0" u="none" strike="noStrike" cap="none">
                <a:solidFill>
                  <a:schemeClr val="dk1"/>
                </a:solidFill>
                <a:latin typeface="Play"/>
                <a:ea typeface="Play"/>
                <a:cs typeface="Play"/>
                <a:sym typeface="Play"/>
              </a:defRPr>
            </a:lvl3pPr>
            <a:lvl4pPr marL="1828800" marR="0" lvl="3" indent="-228600" algn="l" rtl="0">
              <a:lnSpc>
                <a:spcPct val="100000"/>
              </a:lnSpc>
              <a:spcBef>
                <a:spcPts val="0"/>
              </a:spcBef>
              <a:spcAft>
                <a:spcPts val="0"/>
              </a:spcAft>
              <a:buClr>
                <a:schemeClr val="dk1"/>
              </a:buClr>
              <a:buSzPts val="1600"/>
              <a:buFont typeface="Century Gothic"/>
              <a:buNone/>
              <a:defRPr sz="1600" b="0" i="0" u="none" strike="noStrike" cap="none">
                <a:solidFill>
                  <a:schemeClr val="dk1"/>
                </a:solidFill>
                <a:latin typeface="Play"/>
                <a:ea typeface="Play"/>
                <a:cs typeface="Play"/>
                <a:sym typeface="Play"/>
              </a:defRPr>
            </a:lvl4pPr>
            <a:lvl5pPr marL="2286000" marR="0" lvl="4" indent="-228600" algn="l" rtl="0">
              <a:lnSpc>
                <a:spcPct val="100000"/>
              </a:lnSpc>
              <a:spcBef>
                <a:spcPts val="0"/>
              </a:spcBef>
              <a:spcAft>
                <a:spcPts val="0"/>
              </a:spcAft>
              <a:buClr>
                <a:schemeClr val="dk1"/>
              </a:buClr>
              <a:buSzPts val="1600"/>
              <a:buFont typeface="Century Gothic"/>
              <a:buNone/>
              <a:defRPr sz="1600" b="0" i="0" u="none" strike="noStrike" cap="none">
                <a:solidFill>
                  <a:schemeClr val="dk1"/>
                </a:solidFill>
                <a:latin typeface="Play"/>
                <a:ea typeface="Play"/>
                <a:cs typeface="Play"/>
                <a:sym typeface="Play"/>
              </a:defRPr>
            </a:lvl5pPr>
            <a:lvl6pPr marL="2743200" marR="0" lvl="5" indent="-342900" algn="l" rtl="0">
              <a:lnSpc>
                <a:spcPct val="90000"/>
              </a:lnSpc>
              <a:spcBef>
                <a:spcPts val="500"/>
              </a:spcBef>
              <a:spcAft>
                <a:spcPts val="0"/>
              </a:spcAft>
              <a:buClr>
                <a:schemeClr val="lt1"/>
              </a:buClr>
              <a:buSzPts val="1800"/>
              <a:buFont typeface="Century Gothic"/>
              <a:buChar char="•"/>
              <a:defRPr sz="1800" b="0" i="0" u="none" strike="noStrike" cap="none">
                <a:solidFill>
                  <a:schemeClr val="lt1"/>
                </a:solidFill>
                <a:latin typeface="Play"/>
                <a:ea typeface="Play"/>
                <a:cs typeface="Play"/>
                <a:sym typeface="Play"/>
              </a:defRPr>
            </a:lvl6pPr>
            <a:lvl7pPr marL="3200400" marR="0" lvl="6" indent="-342900" algn="l" rtl="0">
              <a:lnSpc>
                <a:spcPct val="90000"/>
              </a:lnSpc>
              <a:spcBef>
                <a:spcPts val="500"/>
              </a:spcBef>
              <a:spcAft>
                <a:spcPts val="0"/>
              </a:spcAft>
              <a:buClr>
                <a:schemeClr val="lt1"/>
              </a:buClr>
              <a:buSzPts val="1800"/>
              <a:buFont typeface="Century Gothic"/>
              <a:buChar char="•"/>
              <a:defRPr sz="1800" b="0" i="0" u="none" strike="noStrike" cap="none">
                <a:solidFill>
                  <a:schemeClr val="lt1"/>
                </a:solidFill>
                <a:latin typeface="Play"/>
                <a:ea typeface="Play"/>
                <a:cs typeface="Play"/>
                <a:sym typeface="Play"/>
              </a:defRPr>
            </a:lvl7pPr>
            <a:lvl8pPr marL="3657600" marR="0" lvl="7" indent="-342900" algn="l" rtl="0">
              <a:lnSpc>
                <a:spcPct val="90000"/>
              </a:lnSpc>
              <a:spcBef>
                <a:spcPts val="500"/>
              </a:spcBef>
              <a:spcAft>
                <a:spcPts val="0"/>
              </a:spcAft>
              <a:buClr>
                <a:schemeClr val="lt1"/>
              </a:buClr>
              <a:buSzPts val="1800"/>
              <a:buFont typeface="Century Gothic"/>
              <a:buChar char="•"/>
              <a:defRPr sz="1800" b="0" i="0" u="none" strike="noStrike" cap="none">
                <a:solidFill>
                  <a:schemeClr val="lt1"/>
                </a:solidFill>
                <a:latin typeface="Play"/>
                <a:ea typeface="Play"/>
                <a:cs typeface="Play"/>
                <a:sym typeface="Play"/>
              </a:defRPr>
            </a:lvl8pPr>
            <a:lvl9pPr marL="4114800" marR="0" lvl="8" indent="-342900" algn="l" rtl="0">
              <a:lnSpc>
                <a:spcPct val="90000"/>
              </a:lnSpc>
              <a:spcBef>
                <a:spcPts val="500"/>
              </a:spcBef>
              <a:spcAft>
                <a:spcPts val="0"/>
              </a:spcAft>
              <a:buClr>
                <a:schemeClr val="lt1"/>
              </a:buClr>
              <a:buSzPts val="1800"/>
              <a:buFont typeface="Century Gothic"/>
              <a:buChar char="•"/>
              <a:defRPr sz="1800" b="0" i="0" u="none" strike="noStrike" cap="none">
                <a:solidFill>
                  <a:schemeClr val="lt1"/>
                </a:solidFill>
                <a:latin typeface="Play"/>
                <a:ea typeface="Play"/>
                <a:cs typeface="Play"/>
                <a:sym typeface="Play"/>
              </a:defRPr>
            </a:lvl9pPr>
          </a:lstStyle>
          <a:p>
            <a:endParaRPr dirty="0"/>
          </a:p>
        </p:txBody>
      </p:sp>
      <p:pic>
        <p:nvPicPr>
          <p:cNvPr id="9" name="Google Shape;9;p38" descr="pasted-movie.png"/>
          <p:cNvPicPr preferRelativeResize="0"/>
          <p:nvPr/>
        </p:nvPicPr>
        <p:blipFill rotWithShape="1">
          <a:blip r:embed="rId16">
            <a:alphaModFix/>
          </a:blip>
          <a:srcRect/>
          <a:stretch/>
        </p:blipFill>
        <p:spPr>
          <a:xfrm>
            <a:off x="10389732" y="5943597"/>
            <a:ext cx="1434431" cy="44319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7" r:id="rId1"/>
    <p:sldLayoutId id="2147483692" r:id="rId2"/>
    <p:sldLayoutId id="2147483679" r:id="rId3"/>
    <p:sldLayoutId id="2147483680" r:id="rId4"/>
    <p:sldLayoutId id="2147483681" r:id="rId5"/>
    <p:sldLayoutId id="2147483682"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Century Gothic"/>
        <a:defRPr sz="1400" b="0" i="0" u="none" strike="noStrike" cap="none">
          <a:solidFill>
            <a:srgbClr val="000000"/>
          </a:solidFill>
          <a:latin typeface="+mj-lt"/>
          <a:ea typeface="Century Gothic"/>
          <a:cs typeface="Century Gothic"/>
          <a:sym typeface="Century Gothic"/>
        </a:defRPr>
      </a:lvl1pPr>
      <a:lvl2pPr marR="0" lvl="1"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Century Gothic"/>
        <a:defRPr sz="1400" b="0" i="0" u="none" strike="noStrike" cap="none">
          <a:solidFill>
            <a:srgbClr val="000000"/>
          </a:solidFill>
          <a:latin typeface="+mn-lt"/>
          <a:ea typeface="Century Gothic"/>
          <a:cs typeface="Century Gothic"/>
          <a:sym typeface="Century Gothic"/>
        </a:defRPr>
      </a:lvl1pPr>
      <a:lvl2pPr marR="0" lvl="1"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Font typeface="Century Gothic"/>
        <a:defRPr sz="1400" b="0" i="0" u="none" strike="noStrike" cap="none">
          <a:solidFill>
            <a:srgbClr val="000000"/>
          </a:solidFill>
          <a:latin typeface="Century Gothic"/>
          <a:ea typeface="Century Gothic"/>
          <a:cs typeface="Century Gothic"/>
          <a:sym typeface="Century Gothic"/>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077200" y="0"/>
            <a:ext cx="411480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06" name="valkey-stacked-white"/>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204673" y="2628900"/>
            <a:ext cx="1859853" cy="1600200"/>
          </a:xfrm>
          <a:prstGeom prst="rect">
            <a:avLst/>
          </a:prstGeom>
        </p:spPr>
      </p:pic>
      <p:sp>
        <p:nvSpPr>
          <p:cNvPr id="1007" name="TextBox 1006"/>
          <p:cNvSpPr txBox="1"/>
          <p:nvPr/>
        </p:nvSpPr>
        <p:spPr>
          <a:xfrm>
            <a:off x="609600" y="2360930"/>
            <a:ext cx="6781800" cy="1301703"/>
          </a:xfrm>
          <a:prstGeom prst="rect">
            <a:avLst/>
          </a:prstGeom>
          <a:noFill/>
        </p:spPr>
        <p:txBody>
          <a:bodyPr wrap="square" lIns="0" tIns="0" rIns="0" bIns="0" anchor="t">
            <a:spAutoFit/>
          </a:bodyPr>
          <a:lstStyle/>
          <a:p>
            <a:pPr>
              <a:lnSpc>
                <a:spcPct val="110000"/>
              </a:lnSpc>
            </a:pPr>
            <a:r>
              <a:rPr lang="en-US" sz="4000" dirty="0"/>
              <a:t>The vertical scaling wall,</a:t>
            </a:r>
          </a:p>
          <a:p>
            <a:pPr>
              <a:lnSpc>
                <a:spcPct val="110000"/>
              </a:lnSpc>
            </a:pPr>
            <a:r>
              <a:rPr lang="en-US" sz="4000" dirty="0"/>
              <a:t>and how Valkey gets over it</a:t>
            </a:r>
            <a:endParaRPr sz="4000" b="1" dirty="0">
              <a:solidFill>
                <a:schemeClr val="dk1"/>
              </a:solidFill>
            </a:endParaRPr>
          </a:p>
        </p:txBody>
      </p:sp>
      <p:sp>
        <p:nvSpPr>
          <p:cNvPr id="1009" name="TextBox 1008"/>
          <p:cNvSpPr txBox="1"/>
          <p:nvPr/>
        </p:nvSpPr>
        <p:spPr>
          <a:xfrm>
            <a:off x="609600" y="4000000"/>
            <a:ext cx="4000000" cy="369332"/>
          </a:xfrm>
          <a:prstGeom prst="rect">
            <a:avLst/>
          </a:prstGeom>
          <a:noFill/>
        </p:spPr>
        <p:txBody>
          <a:bodyPr wrap="square" lIns="0" tIns="0" rIns="0" bIns="0" anchor="t">
            <a:spAutoFit/>
          </a:bodyPr>
          <a:lstStyle/>
          <a:p>
            <a:pPr algn="l"/>
            <a:r>
              <a:rPr sz="2400" b="1" dirty="0">
                <a:solidFill>
                  <a:schemeClr val="dk1"/>
                </a:solidFill>
              </a:rPr>
              <a:t>Madelyn Olson</a:t>
            </a:r>
          </a:p>
        </p:txBody>
      </p:sp>
      <p:sp>
        <p:nvSpPr>
          <p:cNvPr id="1010" name="TextBox 1009"/>
          <p:cNvSpPr txBox="1"/>
          <p:nvPr/>
        </p:nvSpPr>
        <p:spPr>
          <a:xfrm>
            <a:off x="609600" y="4460478"/>
            <a:ext cx="4000000" cy="246221"/>
          </a:xfrm>
          <a:prstGeom prst="rect">
            <a:avLst/>
          </a:prstGeom>
          <a:noFill/>
        </p:spPr>
        <p:txBody>
          <a:bodyPr wrap="square" lIns="0" tIns="0" rIns="0" bIns="0" anchor="t">
            <a:spAutoFit/>
          </a:bodyPr>
          <a:lstStyle/>
          <a:p>
            <a:pPr algn="l"/>
            <a:r>
              <a:rPr sz="1600" b="0" dirty="0">
                <a:solidFill>
                  <a:schemeClr val="dk2"/>
                </a:solidFill>
              </a:rPr>
              <a:t>Valkey Maintainer and Engineer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5A290-AC0B-D04F-4B96-C74EBAC195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668915-9B25-3AA8-275C-C9092E8929AE}"/>
              </a:ext>
            </a:extLst>
          </p:cNvPr>
          <p:cNvSpPr>
            <a:spLocks noGrp="1"/>
          </p:cNvSpPr>
          <p:nvPr>
            <p:ph type="title"/>
          </p:nvPr>
        </p:nvSpPr>
        <p:spPr>
          <a:xfrm>
            <a:off x="609600" y="400019"/>
            <a:ext cx="11062800" cy="387798"/>
          </a:xfrm>
        </p:spPr>
        <p:txBody>
          <a:bodyPr/>
          <a:lstStyle/>
          <a:p>
            <a:r>
              <a:rPr lang="en-US" sz="2800" dirty="0">
                <a:latin typeface="Arial" panose="020B0604020202020204" pitchFamily="34" charset="0"/>
                <a:cs typeface="Arial" panose="020B0604020202020204" pitchFamily="34" charset="0"/>
              </a:rPr>
              <a:t>Latency is a cliff</a:t>
            </a:r>
            <a:endParaRPr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BC29A952-6F39-2DFE-8811-5708B57D20BE}"/>
              </a:ext>
            </a:extLst>
          </p:cNvPr>
          <p:cNvSpPr txBox="1"/>
          <p:nvPr/>
        </p:nvSpPr>
        <p:spPr>
          <a:xfrm>
            <a:off x="10772078" y="2274849"/>
            <a:ext cx="184731" cy="246221"/>
          </a:xfrm>
          <a:prstGeom prst="rect">
            <a:avLst/>
          </a:prstGeom>
          <a:noFill/>
        </p:spPr>
        <p:txBody>
          <a:bodyPr wrap="none" rtlCol="0">
            <a:spAutoFit/>
          </a:bodyPr>
          <a:lstStyle/>
          <a:p>
            <a:pPr algn="l"/>
            <a:endParaRPr lang="en-US" sz="1000" i="1" dirty="0">
              <a:solidFill>
                <a:schemeClr val="dk1"/>
              </a:solidFill>
            </a:endParaRPr>
          </a:p>
        </p:txBody>
      </p:sp>
      <p:graphicFrame>
        <p:nvGraphicFramePr>
          <p:cNvPr id="7" name="Chart 0">
            <a:extLst>
              <a:ext uri="{FF2B5EF4-FFF2-40B4-BE49-F238E27FC236}">
                <a16:creationId xmlns:a16="http://schemas.microsoft.com/office/drawing/2014/main" id="{DF6BAD9E-D50E-FFA7-DDC3-C20FFC6A3BF8}"/>
              </a:ext>
            </a:extLst>
          </p:cNvPr>
          <p:cNvGraphicFramePr/>
          <p:nvPr>
            <p:extLst>
              <p:ext uri="{D42A27DB-BD31-4B8C-83A1-F6EECF244321}">
                <p14:modId xmlns:p14="http://schemas.microsoft.com/office/powerpoint/2010/main" val="1291258587"/>
              </p:ext>
            </p:extLst>
          </p:nvPr>
        </p:nvGraphicFramePr>
        <p:xfrm>
          <a:off x="1478280" y="1171448"/>
          <a:ext cx="9235440" cy="451510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4676087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6D515-FA8C-53F0-8193-53D0C6F5FC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04107A-7E2B-6DE5-5563-67E1F0A458B2}"/>
              </a:ext>
            </a:extLst>
          </p:cNvPr>
          <p:cNvSpPr>
            <a:spLocks noGrp="1"/>
          </p:cNvSpPr>
          <p:nvPr>
            <p:ph type="title"/>
          </p:nvPr>
        </p:nvSpPr>
        <p:spPr>
          <a:xfrm>
            <a:off x="609600" y="400019"/>
            <a:ext cx="11062800" cy="387798"/>
          </a:xfrm>
        </p:spPr>
        <p:txBody>
          <a:bodyPr/>
          <a:lstStyle/>
          <a:p>
            <a:r>
              <a:rPr lang="en-US" sz="2800" dirty="0">
                <a:latin typeface="Arial" panose="020B0604020202020204" pitchFamily="34" charset="0"/>
                <a:cs typeface="Arial" panose="020B0604020202020204" pitchFamily="34" charset="0"/>
              </a:rPr>
              <a:t>Steady state is a lie</a:t>
            </a:r>
            <a:endParaRPr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01CB8FC7-CB06-65D3-14F5-0F672B727552}"/>
              </a:ext>
            </a:extLst>
          </p:cNvPr>
          <p:cNvSpPr txBox="1"/>
          <p:nvPr/>
        </p:nvSpPr>
        <p:spPr>
          <a:xfrm>
            <a:off x="10772078" y="2274849"/>
            <a:ext cx="184731" cy="246221"/>
          </a:xfrm>
          <a:prstGeom prst="rect">
            <a:avLst/>
          </a:prstGeom>
          <a:noFill/>
        </p:spPr>
        <p:txBody>
          <a:bodyPr wrap="none" rtlCol="0">
            <a:spAutoFit/>
          </a:bodyPr>
          <a:lstStyle/>
          <a:p>
            <a:pPr algn="l"/>
            <a:endParaRPr lang="en-US" sz="1000" i="1" dirty="0">
              <a:solidFill>
                <a:schemeClr val="dk1"/>
              </a:solidFill>
            </a:endParaRPr>
          </a:p>
        </p:txBody>
      </p:sp>
      <p:graphicFrame>
        <p:nvGraphicFramePr>
          <p:cNvPr id="3" name="Chart 2">
            <a:extLst>
              <a:ext uri="{FF2B5EF4-FFF2-40B4-BE49-F238E27FC236}">
                <a16:creationId xmlns:a16="http://schemas.microsoft.com/office/drawing/2014/main" id="{7E8AB4D8-AB89-94E7-C9D8-FCA903F8704A}"/>
              </a:ext>
            </a:extLst>
          </p:cNvPr>
          <p:cNvGraphicFramePr>
            <a:graphicFrameLocks noGrp="1"/>
          </p:cNvGraphicFramePr>
          <p:nvPr>
            <p:extLst>
              <p:ext uri="{D42A27DB-BD31-4B8C-83A1-F6EECF244321}">
                <p14:modId xmlns:p14="http://schemas.microsoft.com/office/powerpoint/2010/main" val="3783043187"/>
              </p:ext>
            </p:extLst>
          </p:nvPr>
        </p:nvGraphicFramePr>
        <p:xfrm>
          <a:off x="731520" y="1097280"/>
          <a:ext cx="10511103" cy="479385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4099781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BFE74-5BB6-55C7-79AE-301725C53E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F11DF0-EB09-209E-B5AD-02A555097ADB}"/>
              </a:ext>
            </a:extLst>
          </p:cNvPr>
          <p:cNvSpPr>
            <a:spLocks noGrp="1"/>
          </p:cNvSpPr>
          <p:nvPr>
            <p:ph type="title"/>
          </p:nvPr>
        </p:nvSpPr>
        <p:spPr>
          <a:xfrm>
            <a:off x="609600" y="400019"/>
            <a:ext cx="11062800" cy="387798"/>
          </a:xfrm>
        </p:spPr>
        <p:txBody>
          <a:bodyPr/>
          <a:lstStyle/>
          <a:p>
            <a:r>
              <a:rPr lang="en-US" sz="2800" dirty="0"/>
              <a:t>You could overprovision</a:t>
            </a:r>
            <a:endParaRPr dirty="0"/>
          </a:p>
        </p:txBody>
      </p:sp>
      <p:sp>
        <p:nvSpPr>
          <p:cNvPr id="5" name="TextBox 4">
            <a:extLst>
              <a:ext uri="{FF2B5EF4-FFF2-40B4-BE49-F238E27FC236}">
                <a16:creationId xmlns:a16="http://schemas.microsoft.com/office/drawing/2014/main" id="{212643FB-CA3F-7AAF-2D40-C37129E17EDC}"/>
              </a:ext>
            </a:extLst>
          </p:cNvPr>
          <p:cNvSpPr txBox="1"/>
          <p:nvPr/>
        </p:nvSpPr>
        <p:spPr>
          <a:xfrm>
            <a:off x="10772078" y="2274849"/>
            <a:ext cx="184731" cy="246221"/>
          </a:xfrm>
          <a:prstGeom prst="rect">
            <a:avLst/>
          </a:prstGeom>
          <a:noFill/>
        </p:spPr>
        <p:txBody>
          <a:bodyPr wrap="none" rtlCol="0">
            <a:spAutoFit/>
          </a:bodyPr>
          <a:lstStyle/>
          <a:p>
            <a:pPr algn="l"/>
            <a:endParaRPr lang="en-US" sz="1000" i="1" dirty="0">
              <a:solidFill>
                <a:schemeClr val="dk1"/>
              </a:solidFill>
            </a:endParaRPr>
          </a:p>
        </p:txBody>
      </p:sp>
      <p:graphicFrame>
        <p:nvGraphicFramePr>
          <p:cNvPr id="3" name="Chart 2">
            <a:extLst>
              <a:ext uri="{FF2B5EF4-FFF2-40B4-BE49-F238E27FC236}">
                <a16:creationId xmlns:a16="http://schemas.microsoft.com/office/drawing/2014/main" id="{B3AD5081-AFFC-03FA-8554-FEC845C3BD3D}"/>
              </a:ext>
            </a:extLst>
          </p:cNvPr>
          <p:cNvGraphicFramePr>
            <a:graphicFrameLocks noGrp="1"/>
          </p:cNvGraphicFramePr>
          <p:nvPr>
            <p:extLst>
              <p:ext uri="{D42A27DB-BD31-4B8C-83A1-F6EECF244321}">
                <p14:modId xmlns:p14="http://schemas.microsoft.com/office/powerpoint/2010/main" val="3474335248"/>
              </p:ext>
            </p:extLst>
          </p:nvPr>
        </p:nvGraphicFramePr>
        <p:xfrm>
          <a:off x="731520" y="1097280"/>
          <a:ext cx="10511103" cy="479385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3800543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Two-box placeholder (neutral)</a:t>
            </a:r>
          </a:p>
        </p:txBody>
      </p:sp>
      <p:sp>
        <p:nvSpPr>
          <p:cNvPr id="3" name="Rectangle 2"/>
          <p:cNvSpPr/>
          <p:nvPr/>
        </p:nvSpPr>
        <p:spPr>
          <a:xfrm>
            <a:off x="609600" y="1445931"/>
            <a:ext cx="5431400" cy="39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p:cNvSpPr/>
          <p:nvPr/>
        </p:nvSpPr>
        <p:spPr>
          <a:xfrm>
            <a:off x="609600" y="1445931"/>
            <a:ext cx="5431400"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10" name="vertical-scalin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92480" y="1701963"/>
            <a:ext cx="1097280" cy="1097280"/>
          </a:xfrm>
          <a:prstGeom prst="rect">
            <a:avLst/>
          </a:prstGeom>
        </p:spPr>
      </p:pic>
      <p:sp>
        <p:nvSpPr>
          <p:cNvPr id="1011" name="TextBox 1010"/>
          <p:cNvSpPr txBox="1"/>
          <p:nvPr/>
        </p:nvSpPr>
        <p:spPr>
          <a:xfrm>
            <a:off x="792480" y="2936403"/>
            <a:ext cx="5065640" cy="400110"/>
          </a:xfrm>
          <a:prstGeom prst="rect">
            <a:avLst/>
          </a:prstGeom>
          <a:noFill/>
        </p:spPr>
        <p:txBody>
          <a:bodyPr wrap="square" lIns="0" tIns="0" rIns="0" bIns="0" anchor="t">
            <a:spAutoFit/>
          </a:bodyPr>
          <a:lstStyle/>
          <a:p>
            <a:pPr algn="l"/>
            <a:r>
              <a:rPr lang="en-US" sz="2600" b="1" dirty="0">
                <a:solidFill>
                  <a:schemeClr val="dk1"/>
                </a:solidFill>
              </a:rPr>
              <a:t>Vertical Scaling</a:t>
            </a:r>
            <a:endParaRPr sz="2600" b="1" dirty="0">
              <a:solidFill>
                <a:schemeClr val="dk1"/>
              </a:solidFill>
            </a:endParaRPr>
          </a:p>
        </p:txBody>
      </p:sp>
      <p:sp>
        <p:nvSpPr>
          <p:cNvPr id="1012" name="TextBox 1011"/>
          <p:cNvSpPr txBox="1"/>
          <p:nvPr/>
        </p:nvSpPr>
        <p:spPr>
          <a:xfrm>
            <a:off x="792480" y="3382233"/>
            <a:ext cx="4649315" cy="1074012"/>
          </a:xfrm>
          <a:prstGeom prst="rect">
            <a:avLst/>
          </a:prstGeom>
          <a:noFill/>
        </p:spPr>
        <p:txBody>
          <a:bodyPr wrap="square" lIns="0" tIns="0" rIns="0" bIns="0" anchor="t">
            <a:spAutoFit/>
          </a:bodyPr>
          <a:lstStyle/>
          <a:p>
            <a:pPr marL="285750" indent="-285750" algn="l">
              <a:lnSpc>
                <a:spcPct val="120000"/>
              </a:lnSpc>
              <a:buFont typeface="Arial" panose="020B0604020202020204" pitchFamily="34" charset="0"/>
              <a:buChar char="•"/>
            </a:pPr>
            <a:r>
              <a:rPr lang="en-US" sz="2000" b="0" dirty="0">
                <a:solidFill>
                  <a:schemeClr val="dk2"/>
                </a:solidFill>
              </a:rPr>
              <a:t>Add more cores to handle incoming requests</a:t>
            </a:r>
          </a:p>
          <a:p>
            <a:pPr marL="285750" indent="-285750" algn="l">
              <a:lnSpc>
                <a:spcPct val="120000"/>
              </a:lnSpc>
              <a:buFont typeface="Arial" panose="020B0604020202020204" pitchFamily="34" charset="0"/>
              <a:buChar char="•"/>
            </a:pPr>
            <a:r>
              <a:rPr lang="en-US" sz="2000" b="0" dirty="0">
                <a:solidFill>
                  <a:schemeClr val="dk2"/>
                </a:solidFill>
              </a:rPr>
              <a:t>Limited with IO threading</a:t>
            </a:r>
            <a:endParaRPr sz="2000" b="0" dirty="0">
              <a:solidFill>
                <a:schemeClr val="dk2"/>
              </a:solidFill>
            </a:endParaRPr>
          </a:p>
        </p:txBody>
      </p:sp>
      <p:sp>
        <p:nvSpPr>
          <p:cNvPr id="1013" name="Rectangle 1012"/>
          <p:cNvSpPr/>
          <p:nvPr/>
        </p:nvSpPr>
        <p:spPr>
          <a:xfrm>
            <a:off x="6241000" y="1445931"/>
            <a:ext cx="5431400" cy="39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14" name="Rectangle 1013"/>
          <p:cNvSpPr/>
          <p:nvPr/>
        </p:nvSpPr>
        <p:spPr>
          <a:xfrm>
            <a:off x="6241000" y="1445931"/>
            <a:ext cx="5431400"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horizontal-scali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23880" y="1701963"/>
            <a:ext cx="1097280" cy="1097280"/>
          </a:xfrm>
          <a:prstGeom prst="rect">
            <a:avLst/>
          </a:prstGeom>
        </p:spPr>
      </p:pic>
      <p:sp>
        <p:nvSpPr>
          <p:cNvPr id="1015" name="TextBox 1014"/>
          <p:cNvSpPr txBox="1"/>
          <p:nvPr/>
        </p:nvSpPr>
        <p:spPr>
          <a:xfrm>
            <a:off x="6423880" y="2936403"/>
            <a:ext cx="5065640" cy="400110"/>
          </a:xfrm>
          <a:prstGeom prst="rect">
            <a:avLst/>
          </a:prstGeom>
          <a:noFill/>
        </p:spPr>
        <p:txBody>
          <a:bodyPr wrap="square" lIns="0" tIns="0" rIns="0" bIns="0" anchor="t">
            <a:spAutoFit/>
          </a:bodyPr>
          <a:lstStyle/>
          <a:p>
            <a:pPr algn="l"/>
            <a:r>
              <a:rPr lang="en-US" sz="2600" b="1" dirty="0">
                <a:solidFill>
                  <a:schemeClr val="dk1"/>
                </a:solidFill>
              </a:rPr>
              <a:t>Horizontal Scaling</a:t>
            </a:r>
            <a:endParaRPr sz="2600" b="1" dirty="0">
              <a:solidFill>
                <a:schemeClr val="dk1"/>
              </a:solidFill>
            </a:endParaRPr>
          </a:p>
        </p:txBody>
      </p:sp>
      <p:sp>
        <p:nvSpPr>
          <p:cNvPr id="1016" name="TextBox 1015"/>
          <p:cNvSpPr txBox="1"/>
          <p:nvPr/>
        </p:nvSpPr>
        <p:spPr>
          <a:xfrm>
            <a:off x="6423880" y="3382233"/>
            <a:ext cx="5065640" cy="1074012"/>
          </a:xfrm>
          <a:prstGeom prst="rect">
            <a:avLst/>
          </a:prstGeom>
          <a:noFill/>
        </p:spPr>
        <p:txBody>
          <a:bodyPr wrap="square" lIns="0" tIns="0" rIns="0" bIns="0" anchor="t">
            <a:spAutoFit/>
          </a:bodyPr>
          <a:lstStyle/>
          <a:p>
            <a:pPr marL="285750" indent="-285750">
              <a:lnSpc>
                <a:spcPct val="120000"/>
              </a:lnSpc>
              <a:buFont typeface="Arial" panose="020B0604020202020204" pitchFamily="34" charset="0"/>
              <a:buChar char="•"/>
            </a:pPr>
            <a:r>
              <a:rPr lang="en-US" sz="2000" dirty="0">
                <a:solidFill>
                  <a:schemeClr val="dk2"/>
                </a:solidFill>
              </a:rPr>
              <a:t>Add more hosts to handle requests</a:t>
            </a:r>
          </a:p>
          <a:p>
            <a:pPr marL="285750" indent="-285750">
              <a:lnSpc>
                <a:spcPct val="120000"/>
              </a:lnSpc>
              <a:buFont typeface="Arial" panose="020B0604020202020204" pitchFamily="34" charset="0"/>
              <a:buChar char="•"/>
            </a:pPr>
            <a:r>
              <a:rPr lang="en-US" sz="2000" dirty="0">
                <a:solidFill>
                  <a:schemeClr val="dk2"/>
                </a:solidFill>
              </a:rPr>
              <a:t>No cross-shard transactions</a:t>
            </a:r>
          </a:p>
          <a:p>
            <a:pPr marL="285750" indent="-285750">
              <a:lnSpc>
                <a:spcPct val="120000"/>
              </a:lnSpc>
              <a:buFont typeface="Arial" panose="020B0604020202020204" pitchFamily="34" charset="0"/>
              <a:buChar char="•"/>
            </a:pPr>
            <a:r>
              <a:rPr lang="en-US" sz="2000" dirty="0">
                <a:solidFill>
                  <a:schemeClr val="dk2"/>
                </a:solidFill>
              </a:rPr>
              <a:t>Slow and dangerous to scale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3">
          <a:extLst>
            <a:ext uri="{FF2B5EF4-FFF2-40B4-BE49-F238E27FC236}">
              <a16:creationId xmlns:a16="http://schemas.microsoft.com/office/drawing/2014/main" id="{B4168394-5122-92D2-B270-6ED15912B87B}"/>
            </a:ext>
          </a:extLst>
        </p:cNvPr>
        <p:cNvGrpSpPr/>
        <p:nvPr/>
      </p:nvGrpSpPr>
      <p:grpSpPr>
        <a:xfrm>
          <a:off x="0" y="0"/>
          <a:ext cx="0" cy="0"/>
          <a:chOff x="0" y="0"/>
          <a:chExt cx="0" cy="0"/>
        </a:xfrm>
      </p:grpSpPr>
      <p:sp>
        <p:nvSpPr>
          <p:cNvPr id="204" name="Google Shape;204;p8">
            <a:extLst>
              <a:ext uri="{FF2B5EF4-FFF2-40B4-BE49-F238E27FC236}">
                <a16:creationId xmlns:a16="http://schemas.microsoft.com/office/drawing/2014/main" id="{5DA4E851-8D38-74E3-3456-193155366DED}"/>
              </a:ext>
            </a:extLst>
          </p:cNvPr>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dk1"/>
              </a:buClr>
              <a:buSzPts val="3200"/>
              <a:buFont typeface="Play"/>
              <a:buNone/>
            </a:pPr>
            <a:r>
              <a:rPr lang="en-US" dirty="0"/>
              <a:t>Thread scalable command processing</a:t>
            </a:r>
            <a:endParaRPr dirty="0"/>
          </a:p>
        </p:txBody>
      </p:sp>
      <p:sp>
        <p:nvSpPr>
          <p:cNvPr id="3" name="TextBox 2">
            <a:extLst>
              <a:ext uri="{FF2B5EF4-FFF2-40B4-BE49-F238E27FC236}">
                <a16:creationId xmlns:a16="http://schemas.microsoft.com/office/drawing/2014/main" id="{A96B6976-8604-7323-0D54-7D80A6C2505C}"/>
              </a:ext>
            </a:extLst>
          </p:cNvPr>
          <p:cNvSpPr txBox="1"/>
          <p:nvPr/>
        </p:nvSpPr>
        <p:spPr>
          <a:xfrm>
            <a:off x="1874807" y="1227871"/>
            <a:ext cx="1624163" cy="400110"/>
          </a:xfrm>
          <a:prstGeom prst="rect">
            <a:avLst/>
          </a:prstGeom>
          <a:noFill/>
        </p:spPr>
        <p:txBody>
          <a:bodyPr wrap="none" rtlCol="0">
            <a:spAutoFit/>
          </a:bodyPr>
          <a:lstStyle/>
          <a:p>
            <a:r>
              <a:rPr lang="en-US" sz="2000" dirty="0">
                <a:latin typeface="+mn-lt"/>
              </a:rPr>
              <a:t>Main Thread</a:t>
            </a:r>
          </a:p>
        </p:txBody>
      </p:sp>
      <p:cxnSp>
        <p:nvCxnSpPr>
          <p:cNvPr id="7" name="Straight Arrow Connector 6">
            <a:extLst>
              <a:ext uri="{FF2B5EF4-FFF2-40B4-BE49-F238E27FC236}">
                <a16:creationId xmlns:a16="http://schemas.microsoft.com/office/drawing/2014/main" id="{9809634D-B2A7-737F-8FC0-E8B1A084D109}"/>
              </a:ext>
            </a:extLst>
          </p:cNvPr>
          <p:cNvCxnSpPr>
            <a:cxnSpLocks/>
            <a:stCxn id="3" idx="2"/>
          </p:cNvCxnSpPr>
          <p:nvPr/>
        </p:nvCxnSpPr>
        <p:spPr>
          <a:xfrm>
            <a:off x="2686889" y="1627981"/>
            <a:ext cx="0" cy="469330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9" name="Rectangle 8">
            <a:extLst>
              <a:ext uri="{FF2B5EF4-FFF2-40B4-BE49-F238E27FC236}">
                <a16:creationId xmlns:a16="http://schemas.microsoft.com/office/drawing/2014/main" id="{E486E458-3D2A-1365-EBBA-6308B6D7D74D}"/>
              </a:ext>
            </a:extLst>
          </p:cNvPr>
          <p:cNvSpPr/>
          <p:nvPr/>
        </p:nvSpPr>
        <p:spPr>
          <a:xfrm>
            <a:off x="2026488" y="3237131"/>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Parse Command</a:t>
            </a:r>
          </a:p>
        </p:txBody>
      </p:sp>
      <p:sp>
        <p:nvSpPr>
          <p:cNvPr id="10" name="Rectangle 9">
            <a:extLst>
              <a:ext uri="{FF2B5EF4-FFF2-40B4-BE49-F238E27FC236}">
                <a16:creationId xmlns:a16="http://schemas.microsoft.com/office/drawing/2014/main" id="{520EA42A-C85F-9E26-5904-9A9DD7116F76}"/>
              </a:ext>
            </a:extLst>
          </p:cNvPr>
          <p:cNvSpPr/>
          <p:nvPr/>
        </p:nvSpPr>
        <p:spPr>
          <a:xfrm>
            <a:off x="2026488" y="2536091"/>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 Client Command</a:t>
            </a:r>
          </a:p>
        </p:txBody>
      </p:sp>
      <p:sp>
        <p:nvSpPr>
          <p:cNvPr id="12" name="Rectangle 11">
            <a:extLst>
              <a:ext uri="{FF2B5EF4-FFF2-40B4-BE49-F238E27FC236}">
                <a16:creationId xmlns:a16="http://schemas.microsoft.com/office/drawing/2014/main" id="{94ACD480-E50B-1D9F-4276-542E43936E9B}"/>
              </a:ext>
            </a:extLst>
          </p:cNvPr>
          <p:cNvSpPr/>
          <p:nvPr/>
        </p:nvSpPr>
        <p:spPr>
          <a:xfrm>
            <a:off x="2026488" y="3938171"/>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Execute Command</a:t>
            </a:r>
          </a:p>
        </p:txBody>
      </p:sp>
      <p:sp>
        <p:nvSpPr>
          <p:cNvPr id="13" name="Rectangle 12">
            <a:extLst>
              <a:ext uri="{FF2B5EF4-FFF2-40B4-BE49-F238E27FC236}">
                <a16:creationId xmlns:a16="http://schemas.microsoft.com/office/drawing/2014/main" id="{E1FBF140-23D6-9040-CBA9-5E1EDFA6E576}"/>
              </a:ext>
            </a:extLst>
          </p:cNvPr>
          <p:cNvSpPr/>
          <p:nvPr/>
        </p:nvSpPr>
        <p:spPr>
          <a:xfrm>
            <a:off x="2026488" y="4639211"/>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Send response</a:t>
            </a:r>
          </a:p>
        </p:txBody>
      </p:sp>
      <p:sp>
        <p:nvSpPr>
          <p:cNvPr id="15" name="Rectangle 14">
            <a:extLst>
              <a:ext uri="{FF2B5EF4-FFF2-40B4-BE49-F238E27FC236}">
                <a16:creationId xmlns:a16="http://schemas.microsoft.com/office/drawing/2014/main" id="{B1D723CF-8682-65AF-F6C1-5A83F1CCB50E}"/>
              </a:ext>
            </a:extLst>
          </p:cNvPr>
          <p:cNvSpPr/>
          <p:nvPr/>
        </p:nvSpPr>
        <p:spPr>
          <a:xfrm>
            <a:off x="2026488" y="1838196"/>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System </a:t>
            </a:r>
            <a:r>
              <a:rPr lang="en-US" dirty="0" err="1"/>
              <a:t>Epoll</a:t>
            </a:r>
            <a:endParaRPr lang="en-US" dirty="0"/>
          </a:p>
        </p:txBody>
      </p:sp>
    </p:spTree>
    <p:extLst>
      <p:ext uri="{BB962C8B-B14F-4D97-AF65-F5344CB8AC3E}">
        <p14:creationId xmlns:p14="http://schemas.microsoft.com/office/powerpoint/2010/main" val="4013034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50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100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150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200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ppt_x"/>
                                          </p:val>
                                        </p:tav>
                                        <p:tav tm="100000">
                                          <p:val>
                                            <p:strVal val="#ppt_x"/>
                                          </p:val>
                                        </p:tav>
                                      </p:tavLst>
                                    </p:anim>
                                    <p:anim calcmode="lin" valueType="num">
                                      <p:cBhvr additive="base">
                                        <p:cTn id="2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P spid="13" grpId="0" animBg="1"/>
      <p:bldP spid="1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3">
          <a:extLst>
            <a:ext uri="{FF2B5EF4-FFF2-40B4-BE49-F238E27FC236}">
              <a16:creationId xmlns:a16="http://schemas.microsoft.com/office/drawing/2014/main" id="{2464EB63-9190-23CD-29F2-3A0BC4FF7E0F}"/>
            </a:ext>
          </a:extLst>
        </p:cNvPr>
        <p:cNvGrpSpPr/>
        <p:nvPr/>
      </p:nvGrpSpPr>
      <p:grpSpPr>
        <a:xfrm>
          <a:off x="0" y="0"/>
          <a:ext cx="0" cy="0"/>
          <a:chOff x="0" y="0"/>
          <a:chExt cx="0" cy="0"/>
        </a:xfrm>
      </p:grpSpPr>
      <p:cxnSp>
        <p:nvCxnSpPr>
          <p:cNvPr id="2" name="Straight Arrow Connector 1">
            <a:extLst>
              <a:ext uri="{FF2B5EF4-FFF2-40B4-BE49-F238E27FC236}">
                <a16:creationId xmlns:a16="http://schemas.microsoft.com/office/drawing/2014/main" id="{C02FF877-0641-6BA9-4669-B3C344C5371C}"/>
              </a:ext>
            </a:extLst>
          </p:cNvPr>
          <p:cNvCxnSpPr>
            <a:cxnSpLocks/>
          </p:cNvCxnSpPr>
          <p:nvPr/>
        </p:nvCxnSpPr>
        <p:spPr>
          <a:xfrm>
            <a:off x="2686889" y="1627981"/>
            <a:ext cx="0" cy="469330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6BA99A26-558A-A988-105D-1B607819EAD2}"/>
              </a:ext>
            </a:extLst>
          </p:cNvPr>
          <p:cNvCxnSpPr>
            <a:cxnSpLocks/>
          </p:cNvCxnSpPr>
          <p:nvPr/>
        </p:nvCxnSpPr>
        <p:spPr>
          <a:xfrm>
            <a:off x="6096000" y="1627981"/>
            <a:ext cx="0" cy="469330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04" name="Google Shape;204;p8">
            <a:extLst>
              <a:ext uri="{FF2B5EF4-FFF2-40B4-BE49-F238E27FC236}">
                <a16:creationId xmlns:a16="http://schemas.microsoft.com/office/drawing/2014/main" id="{490BE4AE-51E1-F23D-5E01-550C36A58E1F}"/>
              </a:ext>
            </a:extLst>
          </p:cNvPr>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p>
            <a:pPr lvl="0"/>
            <a:r>
              <a:rPr lang="en-US" dirty="0"/>
              <a:t>Thread scalable command processing</a:t>
            </a:r>
            <a:endParaRPr dirty="0"/>
          </a:p>
        </p:txBody>
      </p:sp>
      <p:sp>
        <p:nvSpPr>
          <p:cNvPr id="3" name="TextBox 2">
            <a:extLst>
              <a:ext uri="{FF2B5EF4-FFF2-40B4-BE49-F238E27FC236}">
                <a16:creationId xmlns:a16="http://schemas.microsoft.com/office/drawing/2014/main" id="{6BD34022-358F-7BF4-103B-DEFF04723690}"/>
              </a:ext>
            </a:extLst>
          </p:cNvPr>
          <p:cNvSpPr txBox="1"/>
          <p:nvPr/>
        </p:nvSpPr>
        <p:spPr>
          <a:xfrm>
            <a:off x="1874807" y="1227871"/>
            <a:ext cx="1624163" cy="400110"/>
          </a:xfrm>
          <a:prstGeom prst="rect">
            <a:avLst/>
          </a:prstGeom>
          <a:noFill/>
        </p:spPr>
        <p:txBody>
          <a:bodyPr wrap="none" rtlCol="0">
            <a:spAutoFit/>
          </a:bodyPr>
          <a:lstStyle/>
          <a:p>
            <a:r>
              <a:rPr lang="en-US" sz="2000" dirty="0">
                <a:latin typeface="+mn-lt"/>
              </a:rPr>
              <a:t>Main Thread</a:t>
            </a:r>
          </a:p>
        </p:txBody>
      </p:sp>
      <p:sp>
        <p:nvSpPr>
          <p:cNvPr id="9" name="Rectangle 8">
            <a:extLst>
              <a:ext uri="{FF2B5EF4-FFF2-40B4-BE49-F238E27FC236}">
                <a16:creationId xmlns:a16="http://schemas.microsoft.com/office/drawing/2014/main" id="{7FFBCDCC-F385-6BE5-C47C-E811B1D6B91A}"/>
              </a:ext>
            </a:extLst>
          </p:cNvPr>
          <p:cNvSpPr/>
          <p:nvPr/>
        </p:nvSpPr>
        <p:spPr>
          <a:xfrm>
            <a:off x="5435601" y="3247310"/>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Parse Command</a:t>
            </a:r>
          </a:p>
        </p:txBody>
      </p:sp>
      <p:sp>
        <p:nvSpPr>
          <p:cNvPr id="10" name="Rectangle 9">
            <a:extLst>
              <a:ext uri="{FF2B5EF4-FFF2-40B4-BE49-F238E27FC236}">
                <a16:creationId xmlns:a16="http://schemas.microsoft.com/office/drawing/2014/main" id="{800B8853-BDA5-B50C-1EF7-E29BA7E2C7DB}"/>
              </a:ext>
            </a:extLst>
          </p:cNvPr>
          <p:cNvSpPr/>
          <p:nvPr/>
        </p:nvSpPr>
        <p:spPr>
          <a:xfrm>
            <a:off x="5435601" y="2546270"/>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 Client Command</a:t>
            </a:r>
          </a:p>
        </p:txBody>
      </p:sp>
      <p:sp>
        <p:nvSpPr>
          <p:cNvPr id="12" name="Rectangle 11">
            <a:extLst>
              <a:ext uri="{FF2B5EF4-FFF2-40B4-BE49-F238E27FC236}">
                <a16:creationId xmlns:a16="http://schemas.microsoft.com/office/drawing/2014/main" id="{03363EA6-E46E-7079-9388-FA10D96C40F8}"/>
              </a:ext>
            </a:extLst>
          </p:cNvPr>
          <p:cNvSpPr/>
          <p:nvPr/>
        </p:nvSpPr>
        <p:spPr>
          <a:xfrm>
            <a:off x="2026488" y="3938171"/>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Execute Command</a:t>
            </a:r>
          </a:p>
        </p:txBody>
      </p:sp>
      <p:sp>
        <p:nvSpPr>
          <p:cNvPr id="5" name="TextBox 4">
            <a:extLst>
              <a:ext uri="{FF2B5EF4-FFF2-40B4-BE49-F238E27FC236}">
                <a16:creationId xmlns:a16="http://schemas.microsoft.com/office/drawing/2014/main" id="{9FE45B76-A4FD-197C-193E-BDE6F41BEF5D}"/>
              </a:ext>
            </a:extLst>
          </p:cNvPr>
          <p:cNvSpPr txBox="1"/>
          <p:nvPr/>
        </p:nvSpPr>
        <p:spPr>
          <a:xfrm>
            <a:off x="5365788" y="1227871"/>
            <a:ext cx="1550424" cy="400110"/>
          </a:xfrm>
          <a:prstGeom prst="rect">
            <a:avLst/>
          </a:prstGeom>
          <a:noFill/>
        </p:spPr>
        <p:txBody>
          <a:bodyPr wrap="none" rtlCol="0">
            <a:spAutoFit/>
          </a:bodyPr>
          <a:lstStyle/>
          <a:p>
            <a:r>
              <a:rPr lang="en-US" sz="2000" dirty="0">
                <a:latin typeface="+mn-lt"/>
              </a:rPr>
              <a:t>IO Thread 1</a:t>
            </a:r>
          </a:p>
        </p:txBody>
      </p:sp>
      <p:sp>
        <p:nvSpPr>
          <p:cNvPr id="14" name="Rectangle 13">
            <a:extLst>
              <a:ext uri="{FF2B5EF4-FFF2-40B4-BE49-F238E27FC236}">
                <a16:creationId xmlns:a16="http://schemas.microsoft.com/office/drawing/2014/main" id="{AACE42D0-B49E-1075-74B2-E37D672E3257}"/>
              </a:ext>
            </a:extLst>
          </p:cNvPr>
          <p:cNvSpPr/>
          <p:nvPr/>
        </p:nvSpPr>
        <p:spPr>
          <a:xfrm>
            <a:off x="2026488" y="1838196"/>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System </a:t>
            </a:r>
            <a:r>
              <a:rPr lang="en-US" dirty="0" err="1"/>
              <a:t>Epoll</a:t>
            </a:r>
            <a:endParaRPr lang="en-US" dirty="0"/>
          </a:p>
        </p:txBody>
      </p:sp>
      <p:cxnSp>
        <p:nvCxnSpPr>
          <p:cNvPr id="18" name="Straight Arrow Connector 17">
            <a:extLst>
              <a:ext uri="{FF2B5EF4-FFF2-40B4-BE49-F238E27FC236}">
                <a16:creationId xmlns:a16="http://schemas.microsoft.com/office/drawing/2014/main" id="{A8010A13-D1F2-8568-E7C1-4206D2347C1E}"/>
              </a:ext>
            </a:extLst>
          </p:cNvPr>
          <p:cNvCxnSpPr>
            <a:cxnSpLocks/>
          </p:cNvCxnSpPr>
          <p:nvPr/>
        </p:nvCxnSpPr>
        <p:spPr>
          <a:xfrm>
            <a:off x="2686888" y="2433234"/>
            <a:ext cx="3409112" cy="0"/>
          </a:xfrm>
          <a:prstGeom prst="straightConnector1">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ACE14C0A-DDD7-020E-D732-7D72D965BAE1}"/>
              </a:ext>
            </a:extLst>
          </p:cNvPr>
          <p:cNvCxnSpPr>
            <a:cxnSpLocks/>
          </p:cNvCxnSpPr>
          <p:nvPr/>
        </p:nvCxnSpPr>
        <p:spPr>
          <a:xfrm flipH="1">
            <a:off x="2686888" y="3843580"/>
            <a:ext cx="3409112" cy="0"/>
          </a:xfrm>
          <a:prstGeom prst="straightConnector1">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5EA3A712-269B-FB03-3C81-33BF3E14DD10}"/>
              </a:ext>
            </a:extLst>
          </p:cNvPr>
          <p:cNvSpPr/>
          <p:nvPr/>
        </p:nvSpPr>
        <p:spPr>
          <a:xfrm>
            <a:off x="2026488" y="3226149"/>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Parse Command</a:t>
            </a:r>
          </a:p>
        </p:txBody>
      </p:sp>
      <p:sp>
        <p:nvSpPr>
          <p:cNvPr id="21" name="Rectangle 20">
            <a:extLst>
              <a:ext uri="{FF2B5EF4-FFF2-40B4-BE49-F238E27FC236}">
                <a16:creationId xmlns:a16="http://schemas.microsoft.com/office/drawing/2014/main" id="{78A0BA33-B2DC-8116-5CF4-BC64BE924934}"/>
              </a:ext>
            </a:extLst>
          </p:cNvPr>
          <p:cNvSpPr/>
          <p:nvPr/>
        </p:nvSpPr>
        <p:spPr>
          <a:xfrm>
            <a:off x="2026488" y="2525109"/>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 Client Command</a:t>
            </a:r>
          </a:p>
        </p:txBody>
      </p:sp>
      <p:sp>
        <p:nvSpPr>
          <p:cNvPr id="27" name="Rectangle 26">
            <a:extLst>
              <a:ext uri="{FF2B5EF4-FFF2-40B4-BE49-F238E27FC236}">
                <a16:creationId xmlns:a16="http://schemas.microsoft.com/office/drawing/2014/main" id="{4CCF889B-A6A7-BDAA-C565-C4B919DFED18}"/>
              </a:ext>
            </a:extLst>
          </p:cNvPr>
          <p:cNvSpPr/>
          <p:nvPr/>
        </p:nvSpPr>
        <p:spPr>
          <a:xfrm>
            <a:off x="2026488" y="4664212"/>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Execute Command</a:t>
            </a:r>
          </a:p>
        </p:txBody>
      </p:sp>
      <p:sp>
        <p:nvSpPr>
          <p:cNvPr id="28" name="Rectangle 27">
            <a:extLst>
              <a:ext uri="{FF2B5EF4-FFF2-40B4-BE49-F238E27FC236}">
                <a16:creationId xmlns:a16="http://schemas.microsoft.com/office/drawing/2014/main" id="{7FC3B82F-0A32-C7FA-F820-3506E54E853C}"/>
              </a:ext>
            </a:extLst>
          </p:cNvPr>
          <p:cNvSpPr/>
          <p:nvPr/>
        </p:nvSpPr>
        <p:spPr>
          <a:xfrm>
            <a:off x="2026488" y="5365708"/>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Send response</a:t>
            </a:r>
          </a:p>
        </p:txBody>
      </p:sp>
    </p:spTree>
    <p:extLst>
      <p:ext uri="{BB962C8B-B14F-4D97-AF65-F5344CB8AC3E}">
        <p14:creationId xmlns:p14="http://schemas.microsoft.com/office/powerpoint/2010/main" val="601994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2" presetClass="entr" presetSubtype="4" fill="hold" grpId="0" nodeType="withEffect">
                                  <p:stCondLst>
                                    <p:cond delay="2000"/>
                                  </p:stCondLst>
                                  <p:childTnLst>
                                    <p:set>
                                      <p:cBhvr>
                                        <p:cTn id="12" dur="1" fill="hold">
                                          <p:stCondLst>
                                            <p:cond delay="0"/>
                                          </p:stCondLst>
                                        </p:cTn>
                                        <p:tgtEl>
                                          <p:spTgt spid="28"/>
                                        </p:tgtEl>
                                        <p:attrNameLst>
                                          <p:attrName>style.visibility</p:attrName>
                                        </p:attrNameLst>
                                      </p:cBhvr>
                                      <p:to>
                                        <p:strVal val="visible"/>
                                      </p:to>
                                    </p:set>
                                    <p:anim calcmode="lin" valueType="num">
                                      <p:cBhvr additive="base">
                                        <p:cTn id="13" dur="500" fill="hold"/>
                                        <p:tgtEl>
                                          <p:spTgt spid="28"/>
                                        </p:tgtEl>
                                        <p:attrNameLst>
                                          <p:attrName>ppt_x</p:attrName>
                                        </p:attrNameLst>
                                      </p:cBhvr>
                                      <p:tavLst>
                                        <p:tav tm="0">
                                          <p:val>
                                            <p:strVal val="#ppt_x"/>
                                          </p:val>
                                        </p:tav>
                                        <p:tav tm="100000">
                                          <p:val>
                                            <p:strVal val="#ppt_x"/>
                                          </p:val>
                                        </p:tav>
                                      </p:tavLst>
                                    </p:anim>
                                    <p:anim calcmode="lin" valueType="num">
                                      <p:cBhvr additive="base">
                                        <p:cTn id="14"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3">
          <a:extLst>
            <a:ext uri="{FF2B5EF4-FFF2-40B4-BE49-F238E27FC236}">
              <a16:creationId xmlns:a16="http://schemas.microsoft.com/office/drawing/2014/main" id="{12692A0B-57C6-94AC-122D-96ABEBEE0D0C}"/>
            </a:ext>
          </a:extLst>
        </p:cNvPr>
        <p:cNvGrpSpPr/>
        <p:nvPr/>
      </p:nvGrpSpPr>
      <p:grpSpPr>
        <a:xfrm>
          <a:off x="0" y="0"/>
          <a:ext cx="0" cy="0"/>
          <a:chOff x="0" y="0"/>
          <a:chExt cx="0" cy="0"/>
        </a:xfrm>
      </p:grpSpPr>
      <p:sp>
        <p:nvSpPr>
          <p:cNvPr id="204" name="Google Shape;204;p8">
            <a:extLst>
              <a:ext uri="{FF2B5EF4-FFF2-40B4-BE49-F238E27FC236}">
                <a16:creationId xmlns:a16="http://schemas.microsoft.com/office/drawing/2014/main" id="{144AC4FE-A0DB-D517-0B2A-582AFE05BD58}"/>
              </a:ext>
            </a:extLst>
          </p:cNvPr>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chemeClr val="dk1"/>
              </a:buClr>
              <a:buSzPts val="3200"/>
              <a:buFont typeface="Play"/>
              <a:buNone/>
            </a:pPr>
            <a:r>
              <a:rPr lang="en-US" dirty="0"/>
              <a:t>Thread scalable command processing</a:t>
            </a:r>
            <a:endParaRPr dirty="0"/>
          </a:p>
        </p:txBody>
      </p:sp>
      <p:sp>
        <p:nvSpPr>
          <p:cNvPr id="3" name="TextBox 2">
            <a:extLst>
              <a:ext uri="{FF2B5EF4-FFF2-40B4-BE49-F238E27FC236}">
                <a16:creationId xmlns:a16="http://schemas.microsoft.com/office/drawing/2014/main" id="{25237683-0AED-0A63-38B1-02EDFF087C54}"/>
              </a:ext>
            </a:extLst>
          </p:cNvPr>
          <p:cNvSpPr txBox="1"/>
          <p:nvPr/>
        </p:nvSpPr>
        <p:spPr>
          <a:xfrm>
            <a:off x="1874807" y="1227871"/>
            <a:ext cx="1624163" cy="400110"/>
          </a:xfrm>
          <a:prstGeom prst="rect">
            <a:avLst/>
          </a:prstGeom>
          <a:noFill/>
        </p:spPr>
        <p:txBody>
          <a:bodyPr wrap="none" rtlCol="0">
            <a:spAutoFit/>
          </a:bodyPr>
          <a:lstStyle/>
          <a:p>
            <a:r>
              <a:rPr lang="en-US" sz="2000" dirty="0">
                <a:latin typeface="+mn-lt"/>
              </a:rPr>
              <a:t>Main Thread</a:t>
            </a:r>
          </a:p>
        </p:txBody>
      </p:sp>
      <p:cxnSp>
        <p:nvCxnSpPr>
          <p:cNvPr id="7" name="Straight Arrow Connector 6">
            <a:extLst>
              <a:ext uri="{FF2B5EF4-FFF2-40B4-BE49-F238E27FC236}">
                <a16:creationId xmlns:a16="http://schemas.microsoft.com/office/drawing/2014/main" id="{AFDA06AF-8EA9-03C3-EA98-95AD42AA7D58}"/>
              </a:ext>
            </a:extLst>
          </p:cNvPr>
          <p:cNvCxnSpPr>
            <a:cxnSpLocks/>
            <a:stCxn id="3" idx="2"/>
          </p:cNvCxnSpPr>
          <p:nvPr/>
        </p:nvCxnSpPr>
        <p:spPr>
          <a:xfrm>
            <a:off x="2686889" y="1627981"/>
            <a:ext cx="0" cy="469330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9" name="Rectangle 8">
            <a:extLst>
              <a:ext uri="{FF2B5EF4-FFF2-40B4-BE49-F238E27FC236}">
                <a16:creationId xmlns:a16="http://schemas.microsoft.com/office/drawing/2014/main" id="{CCCB3F02-0A11-E1D7-1EBE-5CCD795E4661}"/>
              </a:ext>
            </a:extLst>
          </p:cNvPr>
          <p:cNvSpPr/>
          <p:nvPr/>
        </p:nvSpPr>
        <p:spPr>
          <a:xfrm>
            <a:off x="2026488" y="3237131"/>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Parse Command</a:t>
            </a:r>
          </a:p>
        </p:txBody>
      </p:sp>
      <p:sp>
        <p:nvSpPr>
          <p:cNvPr id="10" name="Rectangle 9">
            <a:extLst>
              <a:ext uri="{FF2B5EF4-FFF2-40B4-BE49-F238E27FC236}">
                <a16:creationId xmlns:a16="http://schemas.microsoft.com/office/drawing/2014/main" id="{6EC39AE8-1847-BD98-4C43-6450D6A80F07}"/>
              </a:ext>
            </a:extLst>
          </p:cNvPr>
          <p:cNvSpPr/>
          <p:nvPr/>
        </p:nvSpPr>
        <p:spPr>
          <a:xfrm>
            <a:off x="2026488" y="2536091"/>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 Client Command</a:t>
            </a:r>
          </a:p>
        </p:txBody>
      </p:sp>
      <p:sp>
        <p:nvSpPr>
          <p:cNvPr id="12" name="Rectangle 11">
            <a:extLst>
              <a:ext uri="{FF2B5EF4-FFF2-40B4-BE49-F238E27FC236}">
                <a16:creationId xmlns:a16="http://schemas.microsoft.com/office/drawing/2014/main" id="{863A29BF-0287-94DB-BF27-CF5466BCDECE}"/>
              </a:ext>
            </a:extLst>
          </p:cNvPr>
          <p:cNvSpPr/>
          <p:nvPr/>
        </p:nvSpPr>
        <p:spPr>
          <a:xfrm>
            <a:off x="2026488" y="3938171"/>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Execute Command</a:t>
            </a:r>
          </a:p>
        </p:txBody>
      </p:sp>
      <p:sp>
        <p:nvSpPr>
          <p:cNvPr id="13" name="Rectangle 12">
            <a:extLst>
              <a:ext uri="{FF2B5EF4-FFF2-40B4-BE49-F238E27FC236}">
                <a16:creationId xmlns:a16="http://schemas.microsoft.com/office/drawing/2014/main" id="{FFE1DFBD-FB4B-8412-CD1C-0AA48705984A}"/>
              </a:ext>
            </a:extLst>
          </p:cNvPr>
          <p:cNvSpPr/>
          <p:nvPr/>
        </p:nvSpPr>
        <p:spPr>
          <a:xfrm>
            <a:off x="2026488" y="4639211"/>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Send response</a:t>
            </a:r>
          </a:p>
        </p:txBody>
      </p:sp>
      <p:sp>
        <p:nvSpPr>
          <p:cNvPr id="15" name="Rectangle 14">
            <a:extLst>
              <a:ext uri="{FF2B5EF4-FFF2-40B4-BE49-F238E27FC236}">
                <a16:creationId xmlns:a16="http://schemas.microsoft.com/office/drawing/2014/main" id="{4DA1E9BD-FFB2-662E-2130-AF7027FC3B3A}"/>
              </a:ext>
            </a:extLst>
          </p:cNvPr>
          <p:cNvSpPr/>
          <p:nvPr/>
        </p:nvSpPr>
        <p:spPr>
          <a:xfrm>
            <a:off x="2026488" y="1838196"/>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System </a:t>
            </a:r>
            <a:r>
              <a:rPr lang="en-US" dirty="0" err="1"/>
              <a:t>Epoll</a:t>
            </a:r>
            <a:endParaRPr lang="en-US" dirty="0"/>
          </a:p>
        </p:txBody>
      </p:sp>
    </p:spTree>
    <p:extLst>
      <p:ext uri="{BB962C8B-B14F-4D97-AF65-F5344CB8AC3E}">
        <p14:creationId xmlns:p14="http://schemas.microsoft.com/office/powerpoint/2010/main" val="3467509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50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100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150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200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ppt_x"/>
                                          </p:val>
                                        </p:tav>
                                        <p:tav tm="100000">
                                          <p:val>
                                            <p:strVal val="#ppt_x"/>
                                          </p:val>
                                        </p:tav>
                                      </p:tavLst>
                                    </p:anim>
                                    <p:anim calcmode="lin" valueType="num">
                                      <p:cBhvr additive="base">
                                        <p:cTn id="2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P spid="13" grpId="0" animBg="1"/>
      <p:bldP spid="1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3">
          <a:extLst>
            <a:ext uri="{FF2B5EF4-FFF2-40B4-BE49-F238E27FC236}">
              <a16:creationId xmlns:a16="http://schemas.microsoft.com/office/drawing/2014/main" id="{D7E97F79-46C6-811E-D34B-C365A7C70162}"/>
            </a:ext>
          </a:extLst>
        </p:cNvPr>
        <p:cNvGrpSpPr/>
        <p:nvPr/>
      </p:nvGrpSpPr>
      <p:grpSpPr>
        <a:xfrm>
          <a:off x="0" y="0"/>
          <a:ext cx="0" cy="0"/>
          <a:chOff x="0" y="0"/>
          <a:chExt cx="0" cy="0"/>
        </a:xfrm>
      </p:grpSpPr>
      <p:cxnSp>
        <p:nvCxnSpPr>
          <p:cNvPr id="2" name="Straight Arrow Connector 1">
            <a:extLst>
              <a:ext uri="{FF2B5EF4-FFF2-40B4-BE49-F238E27FC236}">
                <a16:creationId xmlns:a16="http://schemas.microsoft.com/office/drawing/2014/main" id="{F7981C78-710C-79D8-25EA-96DE2AB0938D}"/>
              </a:ext>
            </a:extLst>
          </p:cNvPr>
          <p:cNvCxnSpPr>
            <a:cxnSpLocks/>
          </p:cNvCxnSpPr>
          <p:nvPr/>
        </p:nvCxnSpPr>
        <p:spPr>
          <a:xfrm>
            <a:off x="2686889" y="1627981"/>
            <a:ext cx="0" cy="469330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21635135-8F96-92A3-2F71-D2FDF4311C98}"/>
              </a:ext>
            </a:extLst>
          </p:cNvPr>
          <p:cNvCxnSpPr>
            <a:cxnSpLocks/>
          </p:cNvCxnSpPr>
          <p:nvPr/>
        </p:nvCxnSpPr>
        <p:spPr>
          <a:xfrm>
            <a:off x="6096000" y="1627981"/>
            <a:ext cx="0" cy="469330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04" name="Google Shape;204;p8">
            <a:extLst>
              <a:ext uri="{FF2B5EF4-FFF2-40B4-BE49-F238E27FC236}">
                <a16:creationId xmlns:a16="http://schemas.microsoft.com/office/drawing/2014/main" id="{0249E35F-E488-02D0-338C-4760A01557D6}"/>
              </a:ext>
            </a:extLst>
          </p:cNvPr>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p>
            <a:pPr lvl="0"/>
            <a:r>
              <a:rPr lang="en-US" dirty="0"/>
              <a:t>Thread scalable command processing</a:t>
            </a:r>
            <a:endParaRPr dirty="0"/>
          </a:p>
        </p:txBody>
      </p:sp>
      <p:sp>
        <p:nvSpPr>
          <p:cNvPr id="3" name="TextBox 2">
            <a:extLst>
              <a:ext uri="{FF2B5EF4-FFF2-40B4-BE49-F238E27FC236}">
                <a16:creationId xmlns:a16="http://schemas.microsoft.com/office/drawing/2014/main" id="{9F91FB1B-7E1C-DE36-BCC8-668E392BCAE4}"/>
              </a:ext>
            </a:extLst>
          </p:cNvPr>
          <p:cNvSpPr txBox="1"/>
          <p:nvPr/>
        </p:nvSpPr>
        <p:spPr>
          <a:xfrm>
            <a:off x="1874807" y="1227871"/>
            <a:ext cx="1624163" cy="400110"/>
          </a:xfrm>
          <a:prstGeom prst="rect">
            <a:avLst/>
          </a:prstGeom>
          <a:noFill/>
        </p:spPr>
        <p:txBody>
          <a:bodyPr wrap="none" rtlCol="0">
            <a:spAutoFit/>
          </a:bodyPr>
          <a:lstStyle/>
          <a:p>
            <a:r>
              <a:rPr lang="en-US" sz="2000" dirty="0">
                <a:latin typeface="+mn-lt"/>
              </a:rPr>
              <a:t>Main Thread</a:t>
            </a:r>
          </a:p>
        </p:txBody>
      </p:sp>
      <p:sp>
        <p:nvSpPr>
          <p:cNvPr id="9" name="Rectangle 8">
            <a:extLst>
              <a:ext uri="{FF2B5EF4-FFF2-40B4-BE49-F238E27FC236}">
                <a16:creationId xmlns:a16="http://schemas.microsoft.com/office/drawing/2014/main" id="{CD65EBA5-D518-59EF-4662-F5E43023282E}"/>
              </a:ext>
            </a:extLst>
          </p:cNvPr>
          <p:cNvSpPr/>
          <p:nvPr/>
        </p:nvSpPr>
        <p:spPr>
          <a:xfrm>
            <a:off x="5435601" y="3247310"/>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Parse Command</a:t>
            </a:r>
          </a:p>
        </p:txBody>
      </p:sp>
      <p:sp>
        <p:nvSpPr>
          <p:cNvPr id="10" name="Rectangle 9">
            <a:extLst>
              <a:ext uri="{FF2B5EF4-FFF2-40B4-BE49-F238E27FC236}">
                <a16:creationId xmlns:a16="http://schemas.microsoft.com/office/drawing/2014/main" id="{24B549CF-AF68-1191-6B8E-AAD410CF8293}"/>
              </a:ext>
            </a:extLst>
          </p:cNvPr>
          <p:cNvSpPr/>
          <p:nvPr/>
        </p:nvSpPr>
        <p:spPr>
          <a:xfrm>
            <a:off x="5435601" y="2546270"/>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 Client Command</a:t>
            </a:r>
          </a:p>
        </p:txBody>
      </p:sp>
      <p:sp>
        <p:nvSpPr>
          <p:cNvPr id="12" name="Rectangle 11">
            <a:extLst>
              <a:ext uri="{FF2B5EF4-FFF2-40B4-BE49-F238E27FC236}">
                <a16:creationId xmlns:a16="http://schemas.microsoft.com/office/drawing/2014/main" id="{908AA768-AF67-E8BC-CB74-A06578674FA8}"/>
              </a:ext>
            </a:extLst>
          </p:cNvPr>
          <p:cNvSpPr/>
          <p:nvPr/>
        </p:nvSpPr>
        <p:spPr>
          <a:xfrm>
            <a:off x="2026488" y="3938171"/>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Execute Command</a:t>
            </a:r>
          </a:p>
        </p:txBody>
      </p:sp>
      <p:sp>
        <p:nvSpPr>
          <p:cNvPr id="13" name="Rectangle 12">
            <a:extLst>
              <a:ext uri="{FF2B5EF4-FFF2-40B4-BE49-F238E27FC236}">
                <a16:creationId xmlns:a16="http://schemas.microsoft.com/office/drawing/2014/main" id="{FA5F99D9-7C8A-4F8E-35F5-C0BE9D5DBF2C}"/>
              </a:ext>
            </a:extLst>
          </p:cNvPr>
          <p:cNvSpPr/>
          <p:nvPr/>
        </p:nvSpPr>
        <p:spPr>
          <a:xfrm>
            <a:off x="5435601" y="4649390"/>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Send response</a:t>
            </a:r>
          </a:p>
        </p:txBody>
      </p:sp>
      <p:sp>
        <p:nvSpPr>
          <p:cNvPr id="5" name="TextBox 4">
            <a:extLst>
              <a:ext uri="{FF2B5EF4-FFF2-40B4-BE49-F238E27FC236}">
                <a16:creationId xmlns:a16="http://schemas.microsoft.com/office/drawing/2014/main" id="{E343D248-3ED8-8F95-1577-84D8B3B3200D}"/>
              </a:ext>
            </a:extLst>
          </p:cNvPr>
          <p:cNvSpPr txBox="1"/>
          <p:nvPr/>
        </p:nvSpPr>
        <p:spPr>
          <a:xfrm>
            <a:off x="5365788" y="1227871"/>
            <a:ext cx="1550424" cy="400110"/>
          </a:xfrm>
          <a:prstGeom prst="rect">
            <a:avLst/>
          </a:prstGeom>
          <a:noFill/>
        </p:spPr>
        <p:txBody>
          <a:bodyPr wrap="none" rtlCol="0">
            <a:spAutoFit/>
          </a:bodyPr>
          <a:lstStyle/>
          <a:p>
            <a:r>
              <a:rPr lang="en-US" sz="2000" dirty="0">
                <a:latin typeface="+mn-lt"/>
              </a:rPr>
              <a:t>IO Thread 1</a:t>
            </a:r>
          </a:p>
        </p:txBody>
      </p:sp>
      <p:sp>
        <p:nvSpPr>
          <p:cNvPr id="14" name="Rectangle 13">
            <a:extLst>
              <a:ext uri="{FF2B5EF4-FFF2-40B4-BE49-F238E27FC236}">
                <a16:creationId xmlns:a16="http://schemas.microsoft.com/office/drawing/2014/main" id="{41D5D44D-0518-9583-1E0E-D4B67151BE74}"/>
              </a:ext>
            </a:extLst>
          </p:cNvPr>
          <p:cNvSpPr/>
          <p:nvPr/>
        </p:nvSpPr>
        <p:spPr>
          <a:xfrm>
            <a:off x="2026488" y="1838196"/>
            <a:ext cx="1320800" cy="497840"/>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System </a:t>
            </a:r>
            <a:r>
              <a:rPr lang="en-US" dirty="0" err="1"/>
              <a:t>Epoll</a:t>
            </a:r>
            <a:endParaRPr lang="en-US" dirty="0"/>
          </a:p>
        </p:txBody>
      </p:sp>
      <p:cxnSp>
        <p:nvCxnSpPr>
          <p:cNvPr id="18" name="Straight Arrow Connector 17">
            <a:extLst>
              <a:ext uri="{FF2B5EF4-FFF2-40B4-BE49-F238E27FC236}">
                <a16:creationId xmlns:a16="http://schemas.microsoft.com/office/drawing/2014/main" id="{47909952-3B7B-E04E-F3E8-A3055BECFF2F}"/>
              </a:ext>
            </a:extLst>
          </p:cNvPr>
          <p:cNvCxnSpPr>
            <a:cxnSpLocks/>
          </p:cNvCxnSpPr>
          <p:nvPr/>
        </p:nvCxnSpPr>
        <p:spPr>
          <a:xfrm>
            <a:off x="2686888" y="2433234"/>
            <a:ext cx="3409112" cy="0"/>
          </a:xfrm>
          <a:prstGeom prst="straightConnector1">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0670D54-FFA5-EE64-0FAB-0102E678C11B}"/>
              </a:ext>
            </a:extLst>
          </p:cNvPr>
          <p:cNvCxnSpPr>
            <a:cxnSpLocks/>
          </p:cNvCxnSpPr>
          <p:nvPr/>
        </p:nvCxnSpPr>
        <p:spPr>
          <a:xfrm flipH="1">
            <a:off x="2686888" y="3843580"/>
            <a:ext cx="3409112" cy="0"/>
          </a:xfrm>
          <a:prstGeom prst="straightConnector1">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C31E20F-D9FD-974C-305B-B51D8B82324B}"/>
              </a:ext>
            </a:extLst>
          </p:cNvPr>
          <p:cNvCxnSpPr>
            <a:cxnSpLocks/>
          </p:cNvCxnSpPr>
          <p:nvPr/>
        </p:nvCxnSpPr>
        <p:spPr>
          <a:xfrm>
            <a:off x="2686888" y="4530671"/>
            <a:ext cx="3409112" cy="0"/>
          </a:xfrm>
          <a:prstGeom prst="straightConnector1">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DCD1772-0EAF-AB10-B0EF-BBFB1CDC7EB3}"/>
              </a:ext>
            </a:extLst>
          </p:cNvPr>
          <p:cNvCxnSpPr>
            <a:cxnSpLocks/>
          </p:cNvCxnSpPr>
          <p:nvPr/>
        </p:nvCxnSpPr>
        <p:spPr>
          <a:xfrm flipH="1">
            <a:off x="2686888" y="5230019"/>
            <a:ext cx="3409112" cy="0"/>
          </a:xfrm>
          <a:prstGeom prst="straightConnector1">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24546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3">
          <a:extLst>
            <a:ext uri="{FF2B5EF4-FFF2-40B4-BE49-F238E27FC236}">
              <a16:creationId xmlns:a16="http://schemas.microsoft.com/office/drawing/2014/main" id="{506BCF67-BCA9-2474-543F-22EAAEF12A9F}"/>
            </a:ext>
          </a:extLst>
        </p:cNvPr>
        <p:cNvGrpSpPr/>
        <p:nvPr/>
      </p:nvGrpSpPr>
      <p:grpSpPr>
        <a:xfrm>
          <a:off x="0" y="0"/>
          <a:ext cx="0" cy="0"/>
          <a:chOff x="0" y="0"/>
          <a:chExt cx="0" cy="0"/>
        </a:xfrm>
      </p:grpSpPr>
      <p:cxnSp>
        <p:nvCxnSpPr>
          <p:cNvPr id="21" name="Straight Arrow Connector 20">
            <a:extLst>
              <a:ext uri="{FF2B5EF4-FFF2-40B4-BE49-F238E27FC236}">
                <a16:creationId xmlns:a16="http://schemas.microsoft.com/office/drawing/2014/main" id="{1169313F-48E8-BF5D-1F21-1725A7AFE54D}"/>
              </a:ext>
            </a:extLst>
          </p:cNvPr>
          <p:cNvCxnSpPr>
            <a:cxnSpLocks/>
          </p:cNvCxnSpPr>
          <p:nvPr/>
        </p:nvCxnSpPr>
        <p:spPr>
          <a:xfrm>
            <a:off x="6096000" y="1627981"/>
            <a:ext cx="0" cy="469330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B49B939F-9477-245C-949D-6C868F35CFCE}"/>
              </a:ext>
            </a:extLst>
          </p:cNvPr>
          <p:cNvCxnSpPr>
            <a:cxnSpLocks/>
          </p:cNvCxnSpPr>
          <p:nvPr/>
        </p:nvCxnSpPr>
        <p:spPr>
          <a:xfrm>
            <a:off x="2686889" y="1627981"/>
            <a:ext cx="0" cy="469330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04" name="Google Shape;204;p8">
            <a:extLst>
              <a:ext uri="{FF2B5EF4-FFF2-40B4-BE49-F238E27FC236}">
                <a16:creationId xmlns:a16="http://schemas.microsoft.com/office/drawing/2014/main" id="{67351335-8BAD-91DC-147A-141D3D89FDF3}"/>
              </a:ext>
            </a:extLst>
          </p:cNvPr>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p>
            <a:pPr lvl="0"/>
            <a:r>
              <a:rPr lang="en-US" dirty="0"/>
              <a:t>Thread scalable command processing</a:t>
            </a:r>
            <a:endParaRPr dirty="0"/>
          </a:p>
        </p:txBody>
      </p:sp>
      <p:sp>
        <p:nvSpPr>
          <p:cNvPr id="3" name="TextBox 2">
            <a:extLst>
              <a:ext uri="{FF2B5EF4-FFF2-40B4-BE49-F238E27FC236}">
                <a16:creationId xmlns:a16="http://schemas.microsoft.com/office/drawing/2014/main" id="{C1610955-5162-9D7F-2AD9-BF8850B12DD2}"/>
              </a:ext>
            </a:extLst>
          </p:cNvPr>
          <p:cNvSpPr txBox="1"/>
          <p:nvPr/>
        </p:nvSpPr>
        <p:spPr>
          <a:xfrm>
            <a:off x="1874807" y="1227871"/>
            <a:ext cx="1624163" cy="400110"/>
          </a:xfrm>
          <a:prstGeom prst="rect">
            <a:avLst/>
          </a:prstGeom>
          <a:noFill/>
        </p:spPr>
        <p:txBody>
          <a:bodyPr wrap="none" rtlCol="0">
            <a:spAutoFit/>
          </a:bodyPr>
          <a:lstStyle/>
          <a:p>
            <a:r>
              <a:rPr lang="en-US" sz="2000" dirty="0">
                <a:latin typeface="+mn-lt"/>
              </a:rPr>
              <a:t>Main Thread</a:t>
            </a:r>
          </a:p>
        </p:txBody>
      </p:sp>
      <p:sp>
        <p:nvSpPr>
          <p:cNvPr id="9" name="Rectangle 8">
            <a:extLst>
              <a:ext uri="{FF2B5EF4-FFF2-40B4-BE49-F238E27FC236}">
                <a16:creationId xmlns:a16="http://schemas.microsoft.com/office/drawing/2014/main" id="{E9122D66-3A2C-0D7F-EA80-ABAADD20AD68}"/>
              </a:ext>
            </a:extLst>
          </p:cNvPr>
          <p:cNvSpPr/>
          <p:nvPr/>
        </p:nvSpPr>
        <p:spPr>
          <a:xfrm>
            <a:off x="5435600" y="2542891"/>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Parse Command</a:t>
            </a:r>
          </a:p>
        </p:txBody>
      </p:sp>
      <p:sp>
        <p:nvSpPr>
          <p:cNvPr id="10" name="Rectangle 9">
            <a:extLst>
              <a:ext uri="{FF2B5EF4-FFF2-40B4-BE49-F238E27FC236}">
                <a16:creationId xmlns:a16="http://schemas.microsoft.com/office/drawing/2014/main" id="{2D1B9D47-B0DC-3606-803B-A3B4111EC1F5}"/>
              </a:ext>
            </a:extLst>
          </p:cNvPr>
          <p:cNvSpPr/>
          <p:nvPr/>
        </p:nvSpPr>
        <p:spPr>
          <a:xfrm>
            <a:off x="5435601" y="1838196"/>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 Client Command</a:t>
            </a:r>
          </a:p>
        </p:txBody>
      </p:sp>
      <p:sp>
        <p:nvSpPr>
          <p:cNvPr id="12" name="Rectangle 11">
            <a:extLst>
              <a:ext uri="{FF2B5EF4-FFF2-40B4-BE49-F238E27FC236}">
                <a16:creationId xmlns:a16="http://schemas.microsoft.com/office/drawing/2014/main" id="{EA8E4E83-11A0-CACC-0B9D-F8457F9D73D1}"/>
              </a:ext>
            </a:extLst>
          </p:cNvPr>
          <p:cNvSpPr/>
          <p:nvPr/>
        </p:nvSpPr>
        <p:spPr>
          <a:xfrm>
            <a:off x="2026488" y="2546270"/>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Execute Command</a:t>
            </a:r>
          </a:p>
        </p:txBody>
      </p:sp>
      <p:sp>
        <p:nvSpPr>
          <p:cNvPr id="13" name="Rectangle 12">
            <a:extLst>
              <a:ext uri="{FF2B5EF4-FFF2-40B4-BE49-F238E27FC236}">
                <a16:creationId xmlns:a16="http://schemas.microsoft.com/office/drawing/2014/main" id="{68A31131-E8D9-0FAB-A014-2CF73A5A0D68}"/>
              </a:ext>
            </a:extLst>
          </p:cNvPr>
          <p:cNvSpPr/>
          <p:nvPr/>
        </p:nvSpPr>
        <p:spPr>
          <a:xfrm>
            <a:off x="5431654" y="5361633"/>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Send response</a:t>
            </a:r>
          </a:p>
        </p:txBody>
      </p:sp>
      <p:sp>
        <p:nvSpPr>
          <p:cNvPr id="5" name="TextBox 4">
            <a:extLst>
              <a:ext uri="{FF2B5EF4-FFF2-40B4-BE49-F238E27FC236}">
                <a16:creationId xmlns:a16="http://schemas.microsoft.com/office/drawing/2014/main" id="{F48D26AE-22AA-90BC-178A-3099F79677DF}"/>
              </a:ext>
            </a:extLst>
          </p:cNvPr>
          <p:cNvSpPr txBox="1"/>
          <p:nvPr/>
        </p:nvSpPr>
        <p:spPr>
          <a:xfrm>
            <a:off x="5365788" y="1227871"/>
            <a:ext cx="1550424" cy="400110"/>
          </a:xfrm>
          <a:prstGeom prst="rect">
            <a:avLst/>
          </a:prstGeom>
          <a:noFill/>
        </p:spPr>
        <p:txBody>
          <a:bodyPr wrap="none" rtlCol="0">
            <a:spAutoFit/>
          </a:bodyPr>
          <a:lstStyle/>
          <a:p>
            <a:r>
              <a:rPr lang="en-US" sz="2000" dirty="0">
                <a:latin typeface="+mn-lt"/>
              </a:rPr>
              <a:t>IO Thread 1</a:t>
            </a:r>
          </a:p>
        </p:txBody>
      </p:sp>
      <p:sp>
        <p:nvSpPr>
          <p:cNvPr id="14" name="Rectangle 13">
            <a:extLst>
              <a:ext uri="{FF2B5EF4-FFF2-40B4-BE49-F238E27FC236}">
                <a16:creationId xmlns:a16="http://schemas.microsoft.com/office/drawing/2014/main" id="{C2374E7B-EC91-B813-A8E4-31421E5A41D5}"/>
              </a:ext>
            </a:extLst>
          </p:cNvPr>
          <p:cNvSpPr/>
          <p:nvPr/>
        </p:nvSpPr>
        <p:spPr>
          <a:xfrm>
            <a:off x="2026488" y="1838196"/>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System </a:t>
            </a:r>
            <a:r>
              <a:rPr lang="en-US" dirty="0" err="1"/>
              <a:t>Epoll</a:t>
            </a:r>
            <a:endParaRPr lang="en-US" dirty="0"/>
          </a:p>
        </p:txBody>
      </p:sp>
      <p:sp>
        <p:nvSpPr>
          <p:cNvPr id="2" name="Rectangle 1">
            <a:extLst>
              <a:ext uri="{FF2B5EF4-FFF2-40B4-BE49-F238E27FC236}">
                <a16:creationId xmlns:a16="http://schemas.microsoft.com/office/drawing/2014/main" id="{CA9313AE-5D4C-08C2-E19F-26E3662D8E95}"/>
              </a:ext>
            </a:extLst>
          </p:cNvPr>
          <p:cNvSpPr/>
          <p:nvPr/>
        </p:nvSpPr>
        <p:spPr>
          <a:xfrm>
            <a:off x="2026488" y="3254344"/>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Execute Command</a:t>
            </a:r>
          </a:p>
        </p:txBody>
      </p:sp>
      <p:sp>
        <p:nvSpPr>
          <p:cNvPr id="6" name="Rectangle 5">
            <a:extLst>
              <a:ext uri="{FF2B5EF4-FFF2-40B4-BE49-F238E27FC236}">
                <a16:creationId xmlns:a16="http://schemas.microsoft.com/office/drawing/2014/main" id="{BE6DD505-0AF6-DFE8-894F-1CF6D8B75D65}"/>
              </a:ext>
            </a:extLst>
          </p:cNvPr>
          <p:cNvSpPr/>
          <p:nvPr/>
        </p:nvSpPr>
        <p:spPr>
          <a:xfrm>
            <a:off x="5435600" y="4660336"/>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Parse Command</a:t>
            </a:r>
          </a:p>
        </p:txBody>
      </p:sp>
      <p:sp>
        <p:nvSpPr>
          <p:cNvPr id="8" name="Rectangle 7">
            <a:extLst>
              <a:ext uri="{FF2B5EF4-FFF2-40B4-BE49-F238E27FC236}">
                <a16:creationId xmlns:a16="http://schemas.microsoft.com/office/drawing/2014/main" id="{A608CFBF-B0F5-DBFE-8C4E-984E64597028}"/>
              </a:ext>
            </a:extLst>
          </p:cNvPr>
          <p:cNvSpPr/>
          <p:nvPr/>
        </p:nvSpPr>
        <p:spPr>
          <a:xfrm>
            <a:off x="5435601" y="3955641"/>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 Client Command</a:t>
            </a:r>
          </a:p>
        </p:txBody>
      </p:sp>
      <p:sp>
        <p:nvSpPr>
          <p:cNvPr id="15" name="Rectangle 14">
            <a:extLst>
              <a:ext uri="{FF2B5EF4-FFF2-40B4-BE49-F238E27FC236}">
                <a16:creationId xmlns:a16="http://schemas.microsoft.com/office/drawing/2014/main" id="{1331C0FE-9079-574B-A629-45353941DBB9}"/>
              </a:ext>
            </a:extLst>
          </p:cNvPr>
          <p:cNvSpPr/>
          <p:nvPr/>
        </p:nvSpPr>
        <p:spPr>
          <a:xfrm>
            <a:off x="5435600" y="3254344"/>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Send response</a:t>
            </a:r>
          </a:p>
        </p:txBody>
      </p:sp>
      <p:sp>
        <p:nvSpPr>
          <p:cNvPr id="16" name="Rectangle 15">
            <a:extLst>
              <a:ext uri="{FF2B5EF4-FFF2-40B4-BE49-F238E27FC236}">
                <a16:creationId xmlns:a16="http://schemas.microsoft.com/office/drawing/2014/main" id="{E838802B-24B4-B88B-B1B4-0A483C7E4D82}"/>
              </a:ext>
            </a:extLst>
          </p:cNvPr>
          <p:cNvSpPr/>
          <p:nvPr/>
        </p:nvSpPr>
        <p:spPr>
          <a:xfrm>
            <a:off x="2026488" y="4669756"/>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Parse Command</a:t>
            </a:r>
          </a:p>
        </p:txBody>
      </p:sp>
      <p:sp>
        <p:nvSpPr>
          <p:cNvPr id="17" name="Rectangle 16">
            <a:extLst>
              <a:ext uri="{FF2B5EF4-FFF2-40B4-BE49-F238E27FC236}">
                <a16:creationId xmlns:a16="http://schemas.microsoft.com/office/drawing/2014/main" id="{DA233E90-82A1-7E86-E653-A074BDCA8CF5}"/>
              </a:ext>
            </a:extLst>
          </p:cNvPr>
          <p:cNvSpPr/>
          <p:nvPr/>
        </p:nvSpPr>
        <p:spPr>
          <a:xfrm>
            <a:off x="2026489" y="3965061"/>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 Client Command</a:t>
            </a:r>
          </a:p>
        </p:txBody>
      </p:sp>
      <p:sp>
        <p:nvSpPr>
          <p:cNvPr id="19" name="Rectangle 18">
            <a:extLst>
              <a:ext uri="{FF2B5EF4-FFF2-40B4-BE49-F238E27FC236}">
                <a16:creationId xmlns:a16="http://schemas.microsoft.com/office/drawing/2014/main" id="{A0220357-53E2-2B2D-226B-E87F91A57CC5}"/>
              </a:ext>
            </a:extLst>
          </p:cNvPr>
          <p:cNvSpPr/>
          <p:nvPr/>
        </p:nvSpPr>
        <p:spPr>
          <a:xfrm>
            <a:off x="2026488" y="5381209"/>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Send response</a:t>
            </a:r>
          </a:p>
        </p:txBody>
      </p:sp>
    </p:spTree>
    <p:extLst>
      <p:ext uri="{BB962C8B-B14F-4D97-AF65-F5344CB8AC3E}">
        <p14:creationId xmlns:p14="http://schemas.microsoft.com/office/powerpoint/2010/main" val="183977728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3">
          <a:extLst>
            <a:ext uri="{FF2B5EF4-FFF2-40B4-BE49-F238E27FC236}">
              <a16:creationId xmlns:a16="http://schemas.microsoft.com/office/drawing/2014/main" id="{44F03354-6456-5331-82B8-A83FB8615658}"/>
            </a:ext>
          </a:extLst>
        </p:cNvPr>
        <p:cNvGrpSpPr/>
        <p:nvPr/>
      </p:nvGrpSpPr>
      <p:grpSpPr>
        <a:xfrm>
          <a:off x="0" y="0"/>
          <a:ext cx="0" cy="0"/>
          <a:chOff x="0" y="0"/>
          <a:chExt cx="0" cy="0"/>
        </a:xfrm>
      </p:grpSpPr>
      <p:cxnSp>
        <p:nvCxnSpPr>
          <p:cNvPr id="38" name="Straight Arrow Connector 37">
            <a:extLst>
              <a:ext uri="{FF2B5EF4-FFF2-40B4-BE49-F238E27FC236}">
                <a16:creationId xmlns:a16="http://schemas.microsoft.com/office/drawing/2014/main" id="{5AFC6699-5D4D-D11B-5D9B-B5455AA89130}"/>
              </a:ext>
            </a:extLst>
          </p:cNvPr>
          <p:cNvCxnSpPr>
            <a:cxnSpLocks/>
          </p:cNvCxnSpPr>
          <p:nvPr/>
        </p:nvCxnSpPr>
        <p:spPr>
          <a:xfrm>
            <a:off x="9511739" y="1608988"/>
            <a:ext cx="0" cy="469330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5B49CD53-974D-14A9-6386-B62DEEAA60B5}"/>
              </a:ext>
            </a:extLst>
          </p:cNvPr>
          <p:cNvCxnSpPr>
            <a:cxnSpLocks/>
          </p:cNvCxnSpPr>
          <p:nvPr/>
        </p:nvCxnSpPr>
        <p:spPr>
          <a:xfrm>
            <a:off x="6096000" y="1627981"/>
            <a:ext cx="0" cy="469330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2E86F0E1-84F6-A3BA-4DF6-DB52F951FD35}"/>
              </a:ext>
            </a:extLst>
          </p:cNvPr>
          <p:cNvCxnSpPr>
            <a:cxnSpLocks/>
          </p:cNvCxnSpPr>
          <p:nvPr/>
        </p:nvCxnSpPr>
        <p:spPr>
          <a:xfrm>
            <a:off x="2686889" y="1627981"/>
            <a:ext cx="0" cy="469330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04" name="Google Shape;204;p8">
            <a:extLst>
              <a:ext uri="{FF2B5EF4-FFF2-40B4-BE49-F238E27FC236}">
                <a16:creationId xmlns:a16="http://schemas.microsoft.com/office/drawing/2014/main" id="{C44F9162-3707-223B-1869-4077994316B5}"/>
              </a:ext>
            </a:extLst>
          </p:cNvPr>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p>
            <a:pPr lvl="0"/>
            <a:r>
              <a:rPr lang="en-US" dirty="0"/>
              <a:t>Thread scalable command processing</a:t>
            </a:r>
            <a:endParaRPr dirty="0"/>
          </a:p>
        </p:txBody>
      </p:sp>
      <p:sp>
        <p:nvSpPr>
          <p:cNvPr id="3" name="TextBox 2">
            <a:extLst>
              <a:ext uri="{FF2B5EF4-FFF2-40B4-BE49-F238E27FC236}">
                <a16:creationId xmlns:a16="http://schemas.microsoft.com/office/drawing/2014/main" id="{565B1B13-196D-53AB-6D95-E2184E66ECD8}"/>
              </a:ext>
            </a:extLst>
          </p:cNvPr>
          <p:cNvSpPr txBox="1"/>
          <p:nvPr/>
        </p:nvSpPr>
        <p:spPr>
          <a:xfrm>
            <a:off x="1874807" y="1227871"/>
            <a:ext cx="1624163" cy="400110"/>
          </a:xfrm>
          <a:prstGeom prst="rect">
            <a:avLst/>
          </a:prstGeom>
          <a:noFill/>
        </p:spPr>
        <p:txBody>
          <a:bodyPr wrap="none" rtlCol="0">
            <a:spAutoFit/>
          </a:bodyPr>
          <a:lstStyle/>
          <a:p>
            <a:r>
              <a:rPr lang="en-US" sz="2000" dirty="0">
                <a:latin typeface="+mn-lt"/>
              </a:rPr>
              <a:t>Main Thread</a:t>
            </a:r>
          </a:p>
        </p:txBody>
      </p:sp>
      <p:sp>
        <p:nvSpPr>
          <p:cNvPr id="12" name="Rectangle 11">
            <a:extLst>
              <a:ext uri="{FF2B5EF4-FFF2-40B4-BE49-F238E27FC236}">
                <a16:creationId xmlns:a16="http://schemas.microsoft.com/office/drawing/2014/main" id="{CF82C673-4929-FDA8-1E21-3524D7387A5E}"/>
              </a:ext>
            </a:extLst>
          </p:cNvPr>
          <p:cNvSpPr/>
          <p:nvPr/>
        </p:nvSpPr>
        <p:spPr>
          <a:xfrm>
            <a:off x="2026488" y="2546270"/>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Execute Command</a:t>
            </a:r>
          </a:p>
        </p:txBody>
      </p:sp>
      <p:sp>
        <p:nvSpPr>
          <p:cNvPr id="13" name="Rectangle 12">
            <a:extLst>
              <a:ext uri="{FF2B5EF4-FFF2-40B4-BE49-F238E27FC236}">
                <a16:creationId xmlns:a16="http://schemas.microsoft.com/office/drawing/2014/main" id="{4B7F1217-DFD6-73D1-CC97-012D5ED53A95}"/>
              </a:ext>
            </a:extLst>
          </p:cNvPr>
          <p:cNvSpPr/>
          <p:nvPr/>
        </p:nvSpPr>
        <p:spPr>
          <a:xfrm>
            <a:off x="5431654" y="5361633"/>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Send response</a:t>
            </a:r>
          </a:p>
        </p:txBody>
      </p:sp>
      <p:sp>
        <p:nvSpPr>
          <p:cNvPr id="5" name="TextBox 4">
            <a:extLst>
              <a:ext uri="{FF2B5EF4-FFF2-40B4-BE49-F238E27FC236}">
                <a16:creationId xmlns:a16="http://schemas.microsoft.com/office/drawing/2014/main" id="{B415253F-2875-9C6D-BE6C-9F4C89236C01}"/>
              </a:ext>
            </a:extLst>
          </p:cNvPr>
          <p:cNvSpPr txBox="1"/>
          <p:nvPr/>
        </p:nvSpPr>
        <p:spPr>
          <a:xfrm>
            <a:off x="5365788" y="1227871"/>
            <a:ext cx="1550424" cy="400110"/>
          </a:xfrm>
          <a:prstGeom prst="rect">
            <a:avLst/>
          </a:prstGeom>
          <a:noFill/>
        </p:spPr>
        <p:txBody>
          <a:bodyPr wrap="none" rtlCol="0">
            <a:spAutoFit/>
          </a:bodyPr>
          <a:lstStyle/>
          <a:p>
            <a:r>
              <a:rPr lang="en-US" sz="2000" dirty="0">
                <a:latin typeface="+mn-lt"/>
              </a:rPr>
              <a:t>IO Thread 1</a:t>
            </a:r>
          </a:p>
        </p:txBody>
      </p:sp>
      <p:sp>
        <p:nvSpPr>
          <p:cNvPr id="14" name="Rectangle 13">
            <a:extLst>
              <a:ext uri="{FF2B5EF4-FFF2-40B4-BE49-F238E27FC236}">
                <a16:creationId xmlns:a16="http://schemas.microsoft.com/office/drawing/2014/main" id="{8D3E1B0C-FF3F-2CD9-407A-006644880684}"/>
              </a:ext>
            </a:extLst>
          </p:cNvPr>
          <p:cNvSpPr/>
          <p:nvPr/>
        </p:nvSpPr>
        <p:spPr>
          <a:xfrm>
            <a:off x="2026488" y="1838196"/>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System </a:t>
            </a:r>
            <a:r>
              <a:rPr lang="en-US" dirty="0" err="1"/>
              <a:t>Epoll</a:t>
            </a:r>
            <a:endParaRPr lang="en-US" dirty="0"/>
          </a:p>
        </p:txBody>
      </p:sp>
      <p:sp>
        <p:nvSpPr>
          <p:cNvPr id="2" name="Rectangle 1">
            <a:extLst>
              <a:ext uri="{FF2B5EF4-FFF2-40B4-BE49-F238E27FC236}">
                <a16:creationId xmlns:a16="http://schemas.microsoft.com/office/drawing/2014/main" id="{A9B62178-294C-03FC-7C2C-3DD8EA290C00}"/>
              </a:ext>
            </a:extLst>
          </p:cNvPr>
          <p:cNvSpPr/>
          <p:nvPr/>
        </p:nvSpPr>
        <p:spPr>
          <a:xfrm>
            <a:off x="2026488" y="3254344"/>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Execute Command</a:t>
            </a:r>
          </a:p>
        </p:txBody>
      </p:sp>
      <p:sp>
        <p:nvSpPr>
          <p:cNvPr id="6" name="Rectangle 5">
            <a:extLst>
              <a:ext uri="{FF2B5EF4-FFF2-40B4-BE49-F238E27FC236}">
                <a16:creationId xmlns:a16="http://schemas.microsoft.com/office/drawing/2014/main" id="{6DB929D1-11CB-1FA4-7426-4D13FC50A504}"/>
              </a:ext>
            </a:extLst>
          </p:cNvPr>
          <p:cNvSpPr/>
          <p:nvPr/>
        </p:nvSpPr>
        <p:spPr>
          <a:xfrm>
            <a:off x="5435600" y="4660336"/>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Parse Command</a:t>
            </a:r>
          </a:p>
        </p:txBody>
      </p:sp>
      <p:sp>
        <p:nvSpPr>
          <p:cNvPr id="8" name="Rectangle 7">
            <a:extLst>
              <a:ext uri="{FF2B5EF4-FFF2-40B4-BE49-F238E27FC236}">
                <a16:creationId xmlns:a16="http://schemas.microsoft.com/office/drawing/2014/main" id="{3077EF21-4435-A904-FEEE-20393EEBB2B4}"/>
              </a:ext>
            </a:extLst>
          </p:cNvPr>
          <p:cNvSpPr/>
          <p:nvPr/>
        </p:nvSpPr>
        <p:spPr>
          <a:xfrm>
            <a:off x="5435601" y="3955641"/>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 Client Command</a:t>
            </a:r>
          </a:p>
        </p:txBody>
      </p:sp>
      <p:sp>
        <p:nvSpPr>
          <p:cNvPr id="29" name="Rectangle 28">
            <a:extLst>
              <a:ext uri="{FF2B5EF4-FFF2-40B4-BE49-F238E27FC236}">
                <a16:creationId xmlns:a16="http://schemas.microsoft.com/office/drawing/2014/main" id="{AEA1643A-06EA-9620-D764-DF18EAF43BAA}"/>
              </a:ext>
            </a:extLst>
          </p:cNvPr>
          <p:cNvSpPr/>
          <p:nvPr/>
        </p:nvSpPr>
        <p:spPr>
          <a:xfrm>
            <a:off x="8799712" y="2558188"/>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Parse Command</a:t>
            </a:r>
          </a:p>
        </p:txBody>
      </p:sp>
      <p:sp>
        <p:nvSpPr>
          <p:cNvPr id="30" name="Rectangle 29">
            <a:extLst>
              <a:ext uri="{FF2B5EF4-FFF2-40B4-BE49-F238E27FC236}">
                <a16:creationId xmlns:a16="http://schemas.microsoft.com/office/drawing/2014/main" id="{3A6839E8-6810-3E62-B705-E82E0F606D5D}"/>
              </a:ext>
            </a:extLst>
          </p:cNvPr>
          <p:cNvSpPr/>
          <p:nvPr/>
        </p:nvSpPr>
        <p:spPr>
          <a:xfrm>
            <a:off x="8799713" y="1853493"/>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 Client Command</a:t>
            </a:r>
          </a:p>
        </p:txBody>
      </p:sp>
      <p:sp>
        <p:nvSpPr>
          <p:cNvPr id="31" name="Rectangle 30">
            <a:extLst>
              <a:ext uri="{FF2B5EF4-FFF2-40B4-BE49-F238E27FC236}">
                <a16:creationId xmlns:a16="http://schemas.microsoft.com/office/drawing/2014/main" id="{DF61AC68-5FF3-E1DD-C5C5-7519E5C61EB1}"/>
              </a:ext>
            </a:extLst>
          </p:cNvPr>
          <p:cNvSpPr/>
          <p:nvPr/>
        </p:nvSpPr>
        <p:spPr>
          <a:xfrm>
            <a:off x="8799712" y="3269641"/>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Send response</a:t>
            </a:r>
          </a:p>
        </p:txBody>
      </p:sp>
      <p:sp>
        <p:nvSpPr>
          <p:cNvPr id="32" name="Rectangle 31">
            <a:extLst>
              <a:ext uri="{FF2B5EF4-FFF2-40B4-BE49-F238E27FC236}">
                <a16:creationId xmlns:a16="http://schemas.microsoft.com/office/drawing/2014/main" id="{CAD6213B-2F08-999F-070E-C373E43A5CD0}"/>
              </a:ext>
            </a:extLst>
          </p:cNvPr>
          <p:cNvSpPr/>
          <p:nvPr/>
        </p:nvSpPr>
        <p:spPr>
          <a:xfrm>
            <a:off x="8799711" y="4675633"/>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Parse Command</a:t>
            </a:r>
          </a:p>
        </p:txBody>
      </p:sp>
      <p:sp>
        <p:nvSpPr>
          <p:cNvPr id="33" name="Rectangle 32">
            <a:extLst>
              <a:ext uri="{FF2B5EF4-FFF2-40B4-BE49-F238E27FC236}">
                <a16:creationId xmlns:a16="http://schemas.microsoft.com/office/drawing/2014/main" id="{B6BB9B95-515E-F789-0CBD-024CAB13BFE3}"/>
              </a:ext>
            </a:extLst>
          </p:cNvPr>
          <p:cNvSpPr/>
          <p:nvPr/>
        </p:nvSpPr>
        <p:spPr>
          <a:xfrm>
            <a:off x="8799712" y="3970938"/>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 Client Command</a:t>
            </a:r>
          </a:p>
        </p:txBody>
      </p:sp>
      <p:sp>
        <p:nvSpPr>
          <p:cNvPr id="34" name="Rectangle 33">
            <a:extLst>
              <a:ext uri="{FF2B5EF4-FFF2-40B4-BE49-F238E27FC236}">
                <a16:creationId xmlns:a16="http://schemas.microsoft.com/office/drawing/2014/main" id="{64A2CE64-CBF3-29F6-88E2-7A7B61A6BBFB}"/>
              </a:ext>
            </a:extLst>
          </p:cNvPr>
          <p:cNvSpPr/>
          <p:nvPr/>
        </p:nvSpPr>
        <p:spPr>
          <a:xfrm>
            <a:off x="8799711" y="5387086"/>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Send response</a:t>
            </a:r>
          </a:p>
        </p:txBody>
      </p:sp>
      <p:sp>
        <p:nvSpPr>
          <p:cNvPr id="35" name="TextBox 34">
            <a:extLst>
              <a:ext uri="{FF2B5EF4-FFF2-40B4-BE49-F238E27FC236}">
                <a16:creationId xmlns:a16="http://schemas.microsoft.com/office/drawing/2014/main" id="{B84721BD-8222-E5D1-66AA-8086C13ED357}"/>
              </a:ext>
            </a:extLst>
          </p:cNvPr>
          <p:cNvSpPr txBox="1"/>
          <p:nvPr/>
        </p:nvSpPr>
        <p:spPr>
          <a:xfrm>
            <a:off x="8729900" y="1243168"/>
            <a:ext cx="1550424" cy="400110"/>
          </a:xfrm>
          <a:prstGeom prst="rect">
            <a:avLst/>
          </a:prstGeom>
          <a:noFill/>
        </p:spPr>
        <p:txBody>
          <a:bodyPr wrap="none" rtlCol="0">
            <a:spAutoFit/>
          </a:bodyPr>
          <a:lstStyle/>
          <a:p>
            <a:r>
              <a:rPr lang="en-US" sz="2000" dirty="0">
                <a:latin typeface="+mn-lt"/>
              </a:rPr>
              <a:t>IO Thread 2</a:t>
            </a:r>
          </a:p>
        </p:txBody>
      </p:sp>
    </p:spTree>
    <p:extLst>
      <p:ext uri="{BB962C8B-B14F-4D97-AF65-F5344CB8AC3E}">
        <p14:creationId xmlns:p14="http://schemas.microsoft.com/office/powerpoint/2010/main" val="265678126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3">
          <a:extLst>
            <a:ext uri="{FF2B5EF4-FFF2-40B4-BE49-F238E27FC236}">
              <a16:creationId xmlns:a16="http://schemas.microsoft.com/office/drawing/2014/main" id="{6B1464FE-0A3D-8F3D-3B2B-328D94D301D5}"/>
            </a:ext>
          </a:extLst>
        </p:cNvPr>
        <p:cNvGrpSpPr/>
        <p:nvPr/>
      </p:nvGrpSpPr>
      <p:grpSpPr>
        <a:xfrm>
          <a:off x="0" y="0"/>
          <a:ext cx="0" cy="0"/>
          <a:chOff x="0" y="0"/>
          <a:chExt cx="0" cy="0"/>
        </a:xfrm>
      </p:grpSpPr>
      <p:cxnSp>
        <p:nvCxnSpPr>
          <p:cNvPr id="33" name="Straight Arrow Connector 32">
            <a:extLst>
              <a:ext uri="{FF2B5EF4-FFF2-40B4-BE49-F238E27FC236}">
                <a16:creationId xmlns:a16="http://schemas.microsoft.com/office/drawing/2014/main" id="{79A85B11-3BF7-6519-3A00-9BCCCDFF4CA3}"/>
              </a:ext>
            </a:extLst>
          </p:cNvPr>
          <p:cNvCxnSpPr>
            <a:cxnSpLocks/>
          </p:cNvCxnSpPr>
          <p:nvPr/>
        </p:nvCxnSpPr>
        <p:spPr>
          <a:xfrm>
            <a:off x="9511739" y="1608988"/>
            <a:ext cx="0" cy="469330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658F49ED-A353-A4C3-F42A-9BC7361DDF3E}"/>
              </a:ext>
            </a:extLst>
          </p:cNvPr>
          <p:cNvCxnSpPr>
            <a:cxnSpLocks/>
          </p:cNvCxnSpPr>
          <p:nvPr/>
        </p:nvCxnSpPr>
        <p:spPr>
          <a:xfrm>
            <a:off x="6096000" y="1627981"/>
            <a:ext cx="0" cy="469330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660186D0-A621-4ACC-3A80-EA240BE1AB42}"/>
              </a:ext>
            </a:extLst>
          </p:cNvPr>
          <p:cNvCxnSpPr>
            <a:cxnSpLocks/>
          </p:cNvCxnSpPr>
          <p:nvPr/>
        </p:nvCxnSpPr>
        <p:spPr>
          <a:xfrm>
            <a:off x="2686889" y="1627981"/>
            <a:ext cx="0" cy="4693306"/>
          </a:xfrm>
          <a:prstGeom prst="straightConnector1">
            <a:avLst/>
          </a:prstGeom>
          <a:ln w="381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04" name="Google Shape;204;p8">
            <a:extLst>
              <a:ext uri="{FF2B5EF4-FFF2-40B4-BE49-F238E27FC236}">
                <a16:creationId xmlns:a16="http://schemas.microsoft.com/office/drawing/2014/main" id="{9B468260-7137-CF1E-6E4E-6F626E58FA69}"/>
              </a:ext>
            </a:extLst>
          </p:cNvPr>
          <p:cNvSpPr txBox="1">
            <a:spLocks noGrp="1"/>
          </p:cNvSpPr>
          <p:nvPr>
            <p:ph type="title"/>
          </p:nvPr>
        </p:nvSpPr>
        <p:spPr>
          <a:xfrm>
            <a:off x="609600" y="400019"/>
            <a:ext cx="11062800" cy="443198"/>
          </a:xfrm>
          <a:prstGeom prst="rect">
            <a:avLst/>
          </a:prstGeom>
          <a:noFill/>
          <a:ln>
            <a:noFill/>
          </a:ln>
        </p:spPr>
        <p:txBody>
          <a:bodyPr spcFirstLastPara="1" wrap="square" lIns="0" tIns="0" rIns="0" bIns="0" anchor="t" anchorCtr="0">
            <a:spAutoFit/>
          </a:bodyPr>
          <a:lstStyle/>
          <a:p>
            <a:pPr lvl="0"/>
            <a:r>
              <a:rPr lang="en-US" dirty="0"/>
              <a:t>Thread scalable command processing</a:t>
            </a:r>
            <a:endParaRPr dirty="0"/>
          </a:p>
        </p:txBody>
      </p:sp>
      <p:sp>
        <p:nvSpPr>
          <p:cNvPr id="3" name="TextBox 2">
            <a:extLst>
              <a:ext uri="{FF2B5EF4-FFF2-40B4-BE49-F238E27FC236}">
                <a16:creationId xmlns:a16="http://schemas.microsoft.com/office/drawing/2014/main" id="{DF88132F-F2EA-08A5-192D-C3145A5F4C84}"/>
              </a:ext>
            </a:extLst>
          </p:cNvPr>
          <p:cNvSpPr txBox="1"/>
          <p:nvPr/>
        </p:nvSpPr>
        <p:spPr>
          <a:xfrm>
            <a:off x="1874807" y="1227871"/>
            <a:ext cx="1624163" cy="400110"/>
          </a:xfrm>
          <a:prstGeom prst="rect">
            <a:avLst/>
          </a:prstGeom>
          <a:noFill/>
        </p:spPr>
        <p:txBody>
          <a:bodyPr wrap="none" rtlCol="0">
            <a:spAutoFit/>
          </a:bodyPr>
          <a:lstStyle/>
          <a:p>
            <a:r>
              <a:rPr lang="en-US" sz="2000" dirty="0">
                <a:latin typeface="+mn-lt"/>
              </a:rPr>
              <a:t>Main Thread</a:t>
            </a:r>
          </a:p>
        </p:txBody>
      </p:sp>
      <p:sp>
        <p:nvSpPr>
          <p:cNvPr id="9" name="Rectangle 8">
            <a:extLst>
              <a:ext uri="{FF2B5EF4-FFF2-40B4-BE49-F238E27FC236}">
                <a16:creationId xmlns:a16="http://schemas.microsoft.com/office/drawing/2014/main" id="{09396504-883C-481A-CDE9-DC176826CE59}"/>
              </a:ext>
            </a:extLst>
          </p:cNvPr>
          <p:cNvSpPr/>
          <p:nvPr/>
        </p:nvSpPr>
        <p:spPr>
          <a:xfrm>
            <a:off x="8799712" y="2558188"/>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Parse Command</a:t>
            </a:r>
          </a:p>
        </p:txBody>
      </p:sp>
      <p:sp>
        <p:nvSpPr>
          <p:cNvPr id="10" name="Rectangle 9">
            <a:extLst>
              <a:ext uri="{FF2B5EF4-FFF2-40B4-BE49-F238E27FC236}">
                <a16:creationId xmlns:a16="http://schemas.microsoft.com/office/drawing/2014/main" id="{3A8C5709-BC27-4269-C836-D2A4E097180D}"/>
              </a:ext>
            </a:extLst>
          </p:cNvPr>
          <p:cNvSpPr/>
          <p:nvPr/>
        </p:nvSpPr>
        <p:spPr>
          <a:xfrm>
            <a:off x="8799713" y="1853493"/>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 Client Command</a:t>
            </a:r>
          </a:p>
        </p:txBody>
      </p:sp>
      <p:sp>
        <p:nvSpPr>
          <p:cNvPr id="12" name="Rectangle 11">
            <a:extLst>
              <a:ext uri="{FF2B5EF4-FFF2-40B4-BE49-F238E27FC236}">
                <a16:creationId xmlns:a16="http://schemas.microsoft.com/office/drawing/2014/main" id="{9110B780-EBCB-E8F1-F1DC-BBC30784A610}"/>
              </a:ext>
            </a:extLst>
          </p:cNvPr>
          <p:cNvSpPr/>
          <p:nvPr/>
        </p:nvSpPr>
        <p:spPr>
          <a:xfrm>
            <a:off x="2026488" y="2546270"/>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Execute Command</a:t>
            </a:r>
          </a:p>
        </p:txBody>
      </p:sp>
      <p:sp>
        <p:nvSpPr>
          <p:cNvPr id="13" name="Rectangle 12">
            <a:extLst>
              <a:ext uri="{FF2B5EF4-FFF2-40B4-BE49-F238E27FC236}">
                <a16:creationId xmlns:a16="http://schemas.microsoft.com/office/drawing/2014/main" id="{E09EF20B-97FF-DA75-DA16-09952FE556A4}"/>
              </a:ext>
            </a:extLst>
          </p:cNvPr>
          <p:cNvSpPr/>
          <p:nvPr/>
        </p:nvSpPr>
        <p:spPr>
          <a:xfrm>
            <a:off x="5427707" y="3881377"/>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Send response</a:t>
            </a:r>
          </a:p>
        </p:txBody>
      </p:sp>
      <p:sp>
        <p:nvSpPr>
          <p:cNvPr id="5" name="TextBox 4">
            <a:extLst>
              <a:ext uri="{FF2B5EF4-FFF2-40B4-BE49-F238E27FC236}">
                <a16:creationId xmlns:a16="http://schemas.microsoft.com/office/drawing/2014/main" id="{932D0EAB-8B19-BB53-ADE3-BD415BFCA520}"/>
              </a:ext>
            </a:extLst>
          </p:cNvPr>
          <p:cNvSpPr txBox="1"/>
          <p:nvPr/>
        </p:nvSpPr>
        <p:spPr>
          <a:xfrm>
            <a:off x="5365788" y="1227871"/>
            <a:ext cx="1550424" cy="400110"/>
          </a:xfrm>
          <a:prstGeom prst="rect">
            <a:avLst/>
          </a:prstGeom>
          <a:noFill/>
        </p:spPr>
        <p:txBody>
          <a:bodyPr wrap="none" rtlCol="0">
            <a:spAutoFit/>
          </a:bodyPr>
          <a:lstStyle/>
          <a:p>
            <a:r>
              <a:rPr lang="en-US" sz="2000" dirty="0">
                <a:latin typeface="+mn-lt"/>
              </a:rPr>
              <a:t>IO Thread 1</a:t>
            </a:r>
          </a:p>
        </p:txBody>
      </p:sp>
      <p:sp>
        <p:nvSpPr>
          <p:cNvPr id="2" name="Rectangle 1">
            <a:extLst>
              <a:ext uri="{FF2B5EF4-FFF2-40B4-BE49-F238E27FC236}">
                <a16:creationId xmlns:a16="http://schemas.microsoft.com/office/drawing/2014/main" id="{239FBF1A-ECFC-D09A-1C48-983E23C1F181}"/>
              </a:ext>
            </a:extLst>
          </p:cNvPr>
          <p:cNvSpPr/>
          <p:nvPr/>
        </p:nvSpPr>
        <p:spPr>
          <a:xfrm>
            <a:off x="2026488" y="3254344"/>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Execute Command</a:t>
            </a:r>
          </a:p>
        </p:txBody>
      </p:sp>
      <p:sp>
        <p:nvSpPr>
          <p:cNvPr id="6" name="Rectangle 5">
            <a:extLst>
              <a:ext uri="{FF2B5EF4-FFF2-40B4-BE49-F238E27FC236}">
                <a16:creationId xmlns:a16="http://schemas.microsoft.com/office/drawing/2014/main" id="{251733B8-8094-1B65-67A3-ACE1DE4CEA55}"/>
              </a:ext>
            </a:extLst>
          </p:cNvPr>
          <p:cNvSpPr/>
          <p:nvPr/>
        </p:nvSpPr>
        <p:spPr>
          <a:xfrm>
            <a:off x="5431653" y="3180080"/>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Parse Command</a:t>
            </a:r>
          </a:p>
        </p:txBody>
      </p:sp>
      <p:sp>
        <p:nvSpPr>
          <p:cNvPr id="8" name="Rectangle 7">
            <a:extLst>
              <a:ext uri="{FF2B5EF4-FFF2-40B4-BE49-F238E27FC236}">
                <a16:creationId xmlns:a16="http://schemas.microsoft.com/office/drawing/2014/main" id="{C2542870-6FE9-386D-EAAB-9ED9B59D48BA}"/>
              </a:ext>
            </a:extLst>
          </p:cNvPr>
          <p:cNvSpPr/>
          <p:nvPr/>
        </p:nvSpPr>
        <p:spPr>
          <a:xfrm>
            <a:off x="5431654" y="2475385"/>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 Client Command</a:t>
            </a:r>
          </a:p>
        </p:txBody>
      </p:sp>
      <p:sp>
        <p:nvSpPr>
          <p:cNvPr id="15" name="Rectangle 14">
            <a:extLst>
              <a:ext uri="{FF2B5EF4-FFF2-40B4-BE49-F238E27FC236}">
                <a16:creationId xmlns:a16="http://schemas.microsoft.com/office/drawing/2014/main" id="{BA8C6282-5CFA-AC02-1279-9840EA26736E}"/>
              </a:ext>
            </a:extLst>
          </p:cNvPr>
          <p:cNvSpPr/>
          <p:nvPr/>
        </p:nvSpPr>
        <p:spPr>
          <a:xfrm>
            <a:off x="8799712" y="3269641"/>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Send response</a:t>
            </a:r>
          </a:p>
        </p:txBody>
      </p:sp>
      <p:sp>
        <p:nvSpPr>
          <p:cNvPr id="16" name="Rectangle 15">
            <a:extLst>
              <a:ext uri="{FF2B5EF4-FFF2-40B4-BE49-F238E27FC236}">
                <a16:creationId xmlns:a16="http://schemas.microsoft.com/office/drawing/2014/main" id="{78242C8E-D31D-688F-043F-F3C0F443EDBB}"/>
              </a:ext>
            </a:extLst>
          </p:cNvPr>
          <p:cNvSpPr/>
          <p:nvPr/>
        </p:nvSpPr>
        <p:spPr>
          <a:xfrm>
            <a:off x="8799711" y="4675633"/>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Parse Command</a:t>
            </a:r>
          </a:p>
        </p:txBody>
      </p:sp>
      <p:sp>
        <p:nvSpPr>
          <p:cNvPr id="17" name="Rectangle 16">
            <a:extLst>
              <a:ext uri="{FF2B5EF4-FFF2-40B4-BE49-F238E27FC236}">
                <a16:creationId xmlns:a16="http://schemas.microsoft.com/office/drawing/2014/main" id="{7068AE74-8683-CB44-108C-40F4E39A2D4B}"/>
              </a:ext>
            </a:extLst>
          </p:cNvPr>
          <p:cNvSpPr/>
          <p:nvPr/>
        </p:nvSpPr>
        <p:spPr>
          <a:xfrm>
            <a:off x="8799712" y="3970938"/>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 Client Command</a:t>
            </a:r>
          </a:p>
        </p:txBody>
      </p:sp>
      <p:sp>
        <p:nvSpPr>
          <p:cNvPr id="19" name="Rectangle 18">
            <a:extLst>
              <a:ext uri="{FF2B5EF4-FFF2-40B4-BE49-F238E27FC236}">
                <a16:creationId xmlns:a16="http://schemas.microsoft.com/office/drawing/2014/main" id="{D3BF260D-815A-8A80-E7AB-BFD501EEE01F}"/>
              </a:ext>
            </a:extLst>
          </p:cNvPr>
          <p:cNvSpPr/>
          <p:nvPr/>
        </p:nvSpPr>
        <p:spPr>
          <a:xfrm>
            <a:off x="8799711" y="5387086"/>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Send response</a:t>
            </a:r>
          </a:p>
        </p:txBody>
      </p:sp>
      <p:sp>
        <p:nvSpPr>
          <p:cNvPr id="18" name="TextBox 17">
            <a:extLst>
              <a:ext uri="{FF2B5EF4-FFF2-40B4-BE49-F238E27FC236}">
                <a16:creationId xmlns:a16="http://schemas.microsoft.com/office/drawing/2014/main" id="{175FA9B4-8F44-5720-1D2E-D1F5734E1CC0}"/>
              </a:ext>
            </a:extLst>
          </p:cNvPr>
          <p:cNvSpPr txBox="1"/>
          <p:nvPr/>
        </p:nvSpPr>
        <p:spPr>
          <a:xfrm>
            <a:off x="8729900" y="1243168"/>
            <a:ext cx="1550424" cy="400110"/>
          </a:xfrm>
          <a:prstGeom prst="rect">
            <a:avLst/>
          </a:prstGeom>
          <a:noFill/>
        </p:spPr>
        <p:txBody>
          <a:bodyPr wrap="none" rtlCol="0">
            <a:spAutoFit/>
          </a:bodyPr>
          <a:lstStyle/>
          <a:p>
            <a:r>
              <a:rPr lang="en-US" sz="2000" dirty="0">
                <a:latin typeface="+mn-lt"/>
              </a:rPr>
              <a:t>IO Thread 2</a:t>
            </a:r>
          </a:p>
        </p:txBody>
      </p:sp>
      <p:sp>
        <p:nvSpPr>
          <p:cNvPr id="24" name="Rectangle 23">
            <a:extLst>
              <a:ext uri="{FF2B5EF4-FFF2-40B4-BE49-F238E27FC236}">
                <a16:creationId xmlns:a16="http://schemas.microsoft.com/office/drawing/2014/main" id="{5B6BF134-68A1-ECAF-EA9C-992FD0B12169}"/>
              </a:ext>
            </a:extLst>
          </p:cNvPr>
          <p:cNvSpPr/>
          <p:nvPr/>
        </p:nvSpPr>
        <p:spPr>
          <a:xfrm>
            <a:off x="2026488" y="3952262"/>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Execute Command</a:t>
            </a:r>
          </a:p>
        </p:txBody>
      </p:sp>
      <p:sp>
        <p:nvSpPr>
          <p:cNvPr id="25" name="Rectangle 24">
            <a:extLst>
              <a:ext uri="{FF2B5EF4-FFF2-40B4-BE49-F238E27FC236}">
                <a16:creationId xmlns:a16="http://schemas.microsoft.com/office/drawing/2014/main" id="{4C41ACFD-8BF9-21EC-0623-4D74F6068B9D}"/>
              </a:ext>
            </a:extLst>
          </p:cNvPr>
          <p:cNvSpPr/>
          <p:nvPr/>
        </p:nvSpPr>
        <p:spPr>
          <a:xfrm>
            <a:off x="2026488" y="4660336"/>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Execute Command</a:t>
            </a:r>
          </a:p>
        </p:txBody>
      </p:sp>
      <p:sp>
        <p:nvSpPr>
          <p:cNvPr id="26" name="Rectangle 25">
            <a:extLst>
              <a:ext uri="{FF2B5EF4-FFF2-40B4-BE49-F238E27FC236}">
                <a16:creationId xmlns:a16="http://schemas.microsoft.com/office/drawing/2014/main" id="{EDA84D00-595E-4C27-89C5-AEE4A0A8CB87}"/>
              </a:ext>
            </a:extLst>
          </p:cNvPr>
          <p:cNvSpPr/>
          <p:nvPr/>
        </p:nvSpPr>
        <p:spPr>
          <a:xfrm>
            <a:off x="2026488" y="1832733"/>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Execute Command</a:t>
            </a:r>
          </a:p>
        </p:txBody>
      </p:sp>
      <p:sp>
        <p:nvSpPr>
          <p:cNvPr id="23" name="Rectangle 22">
            <a:extLst>
              <a:ext uri="{FF2B5EF4-FFF2-40B4-BE49-F238E27FC236}">
                <a16:creationId xmlns:a16="http://schemas.microsoft.com/office/drawing/2014/main" id="{93BD489A-8115-5256-B56E-326BB2117F6F}"/>
              </a:ext>
            </a:extLst>
          </p:cNvPr>
          <p:cNvSpPr/>
          <p:nvPr/>
        </p:nvSpPr>
        <p:spPr>
          <a:xfrm>
            <a:off x="5431654" y="1838196"/>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System </a:t>
            </a:r>
            <a:r>
              <a:rPr lang="en-US" dirty="0" err="1"/>
              <a:t>Epoll</a:t>
            </a:r>
            <a:endParaRPr lang="en-US" dirty="0"/>
          </a:p>
        </p:txBody>
      </p:sp>
      <p:sp>
        <p:nvSpPr>
          <p:cNvPr id="27" name="Rectangle 26">
            <a:extLst>
              <a:ext uri="{FF2B5EF4-FFF2-40B4-BE49-F238E27FC236}">
                <a16:creationId xmlns:a16="http://schemas.microsoft.com/office/drawing/2014/main" id="{5F5D34E0-5B38-C5A2-7E98-F1663860BD9D}"/>
              </a:ext>
            </a:extLst>
          </p:cNvPr>
          <p:cNvSpPr/>
          <p:nvPr/>
        </p:nvSpPr>
        <p:spPr>
          <a:xfrm>
            <a:off x="5427706" y="5283971"/>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Parse Command</a:t>
            </a:r>
          </a:p>
        </p:txBody>
      </p:sp>
      <p:sp>
        <p:nvSpPr>
          <p:cNvPr id="28" name="Rectangle 27">
            <a:extLst>
              <a:ext uri="{FF2B5EF4-FFF2-40B4-BE49-F238E27FC236}">
                <a16:creationId xmlns:a16="http://schemas.microsoft.com/office/drawing/2014/main" id="{9467B169-8FC7-C1EB-D00B-BCC8BA747260}"/>
              </a:ext>
            </a:extLst>
          </p:cNvPr>
          <p:cNvSpPr/>
          <p:nvPr/>
        </p:nvSpPr>
        <p:spPr>
          <a:xfrm>
            <a:off x="5427706" y="4582674"/>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Read Client Command</a:t>
            </a:r>
          </a:p>
        </p:txBody>
      </p:sp>
      <p:sp>
        <p:nvSpPr>
          <p:cNvPr id="36" name="Rectangle 35">
            <a:extLst>
              <a:ext uri="{FF2B5EF4-FFF2-40B4-BE49-F238E27FC236}">
                <a16:creationId xmlns:a16="http://schemas.microsoft.com/office/drawing/2014/main" id="{72DA592F-99AD-EAA3-F120-27E39DB82BE7}"/>
              </a:ext>
            </a:extLst>
          </p:cNvPr>
          <p:cNvSpPr/>
          <p:nvPr/>
        </p:nvSpPr>
        <p:spPr>
          <a:xfrm>
            <a:off x="2026488" y="5368410"/>
            <a:ext cx="1320800" cy="4978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Execute Command</a:t>
            </a:r>
          </a:p>
        </p:txBody>
      </p:sp>
    </p:spTree>
    <p:extLst>
      <p:ext uri="{BB962C8B-B14F-4D97-AF65-F5344CB8AC3E}">
        <p14:creationId xmlns:p14="http://schemas.microsoft.com/office/powerpoint/2010/main" val="6705267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Arial"/>
              </a:rPr>
              <a:t>The host looks idle. The main thread is full.</a:t>
            </a:r>
          </a:p>
        </p:txBody>
      </p:sp>
      <p:sp>
        <p:nvSpPr>
          <p:cNvPr id="3" name="Rectangle 2"/>
          <p:cNvSpPr/>
          <p:nvPr/>
        </p:nvSpPr>
        <p:spPr>
          <a:xfrm>
            <a:off x="609600" y="1650000"/>
            <a:ext cx="5286400" cy="34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909600" y="1910000"/>
            <a:ext cx="4686400" cy="460000"/>
          </a:xfrm>
          <a:prstGeom prst="rect">
            <a:avLst/>
          </a:prstGeom>
          <a:noFill/>
        </p:spPr>
        <p:txBody>
          <a:bodyPr wrap="square" lIns="0" tIns="0" rIns="0" bIns="0" anchor="t">
            <a:spAutoFit/>
          </a:bodyPr>
          <a:lstStyle/>
          <a:p>
            <a:pPr algn="l"/>
            <a:r>
              <a:rPr sz="2400" b="1">
                <a:solidFill>
                  <a:schemeClr val="dk2"/>
                </a:solidFill>
                <a:latin typeface="Arial"/>
              </a:rPr>
              <a:t>host CPU</a:t>
            </a:r>
          </a:p>
        </p:txBody>
      </p:sp>
      <p:sp>
        <p:nvSpPr>
          <p:cNvPr id="5" name="TextBox 4"/>
          <p:cNvSpPr txBox="1"/>
          <p:nvPr/>
        </p:nvSpPr>
        <p:spPr>
          <a:xfrm>
            <a:off x="909600" y="2550000"/>
            <a:ext cx="4686400" cy="700000"/>
          </a:xfrm>
          <a:prstGeom prst="rect">
            <a:avLst/>
          </a:prstGeom>
          <a:noFill/>
        </p:spPr>
        <p:txBody>
          <a:bodyPr wrap="square" lIns="0" tIns="0" rIns="0" bIns="0" anchor="t">
            <a:spAutoFit/>
          </a:bodyPr>
          <a:lstStyle/>
          <a:p>
            <a:pPr algn="l"/>
            <a:r>
              <a:rPr sz="4400" b="1">
                <a:solidFill>
                  <a:schemeClr val="dk2"/>
                </a:solidFill>
                <a:latin typeface="Arial"/>
              </a:rPr>
              <a:t>200%</a:t>
            </a:r>
            <a:r>
              <a:rPr sz="1800" b="0">
                <a:solidFill>
                  <a:schemeClr val="dk2"/>
                </a:solidFill>
                <a:latin typeface="Arial"/>
              </a:rPr>
              <a:t> of 400%</a:t>
            </a:r>
          </a:p>
        </p:txBody>
      </p:sp>
      <p:sp>
        <p:nvSpPr>
          <p:cNvPr id="6" name="TextBox 5"/>
          <p:cNvSpPr txBox="1"/>
          <p:nvPr/>
        </p:nvSpPr>
        <p:spPr>
          <a:xfrm>
            <a:off x="909600" y="3510000"/>
            <a:ext cx="1400000" cy="340000"/>
          </a:xfrm>
          <a:prstGeom prst="rect">
            <a:avLst/>
          </a:prstGeom>
          <a:noFill/>
        </p:spPr>
        <p:txBody>
          <a:bodyPr wrap="square" lIns="0" tIns="0" rIns="0" bIns="0" anchor="ctr">
            <a:spAutoFit/>
          </a:bodyPr>
          <a:lstStyle/>
          <a:p>
            <a:pPr algn="l"/>
            <a:r>
              <a:rPr sz="1100" b="0">
                <a:solidFill>
                  <a:schemeClr val="dk2"/>
                </a:solidFill>
                <a:latin typeface="Arial"/>
              </a:rPr>
              <a:t>4 cores pinned</a:t>
            </a:r>
          </a:p>
        </p:txBody>
      </p:sp>
      <p:sp>
        <p:nvSpPr>
          <p:cNvPr id="7" name="Rectangle 6"/>
          <p:cNvSpPr/>
          <p:nvPr/>
        </p:nvSpPr>
        <p:spPr>
          <a:xfrm>
            <a:off x="2409600" y="3550000"/>
            <a:ext cx="2226400" cy="26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2409600" y="3550000"/>
            <a:ext cx="1113200" cy="26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4796000" y="3510000"/>
            <a:ext cx="800000" cy="340000"/>
          </a:xfrm>
          <a:prstGeom prst="rect">
            <a:avLst/>
          </a:prstGeom>
          <a:noFill/>
        </p:spPr>
        <p:txBody>
          <a:bodyPr wrap="square" lIns="0" tIns="0" rIns="0" bIns="0" anchor="ctr">
            <a:spAutoFit/>
          </a:bodyPr>
          <a:lstStyle/>
          <a:p>
            <a:pPr algn="r"/>
            <a:r>
              <a:rPr sz="1100" b="0">
                <a:solidFill>
                  <a:schemeClr val="dk2"/>
                </a:solidFill>
                <a:latin typeface="Arial"/>
              </a:rPr>
              <a:t>200%</a:t>
            </a:r>
          </a:p>
        </p:txBody>
      </p:sp>
      <p:sp>
        <p:nvSpPr>
          <p:cNvPr id="10" name="TextBox 9"/>
          <p:cNvSpPr txBox="1"/>
          <p:nvPr/>
        </p:nvSpPr>
        <p:spPr>
          <a:xfrm>
            <a:off x="909600" y="4570000"/>
            <a:ext cx="4686400" cy="340000"/>
          </a:xfrm>
          <a:prstGeom prst="rect">
            <a:avLst/>
          </a:prstGeom>
          <a:noFill/>
        </p:spPr>
        <p:txBody>
          <a:bodyPr wrap="square" lIns="0" tIns="0" rIns="0" bIns="0" anchor="t">
            <a:spAutoFit/>
          </a:bodyPr>
          <a:lstStyle/>
          <a:p>
            <a:pPr algn="l"/>
            <a:r>
              <a:rPr sz="1200" b="0">
                <a:solidFill>
                  <a:schemeClr val="dk2"/>
                </a:solidFill>
                <a:latin typeface="Arial"/>
              </a:rPr>
              <a:t>Half the machine is doing nothing.</a:t>
            </a:r>
          </a:p>
        </p:txBody>
      </p:sp>
      <p:sp>
        <p:nvSpPr>
          <p:cNvPr id="11" name="Rectangle 10"/>
          <p:cNvSpPr/>
          <p:nvPr/>
        </p:nvSpPr>
        <p:spPr>
          <a:xfrm>
            <a:off x="6296000" y="1650000"/>
            <a:ext cx="5286400" cy="3400000"/>
          </a:xfrm>
          <a:prstGeom prst="rect">
            <a:avLst/>
          </a:prstGeom>
          <a:noFill/>
          <a:ln w="9525">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596000" y="1910000"/>
            <a:ext cx="4686400" cy="460000"/>
          </a:xfrm>
          <a:prstGeom prst="rect">
            <a:avLst/>
          </a:prstGeom>
          <a:noFill/>
        </p:spPr>
        <p:txBody>
          <a:bodyPr wrap="square" lIns="0" tIns="0" rIns="0" bIns="0" anchor="t">
            <a:spAutoFit/>
          </a:bodyPr>
          <a:lstStyle/>
          <a:p>
            <a:pPr algn="l"/>
            <a:r>
              <a:rPr sz="2000" b="1">
                <a:solidFill>
                  <a:schemeClr val="accent1"/>
                </a:solidFill>
                <a:latin typeface="Arial"/>
              </a:rPr>
              <a:t>used_active_main_thread</a:t>
            </a:r>
          </a:p>
        </p:txBody>
      </p:sp>
      <p:sp>
        <p:nvSpPr>
          <p:cNvPr id="13" name="TextBox 12"/>
          <p:cNvSpPr txBox="1"/>
          <p:nvPr/>
        </p:nvSpPr>
        <p:spPr>
          <a:xfrm>
            <a:off x="6596000" y="2510000"/>
            <a:ext cx="850000" cy="340000"/>
          </a:xfrm>
          <a:prstGeom prst="rect">
            <a:avLst/>
          </a:prstGeom>
          <a:noFill/>
        </p:spPr>
        <p:txBody>
          <a:bodyPr wrap="square" lIns="0" tIns="0" rIns="0" bIns="0" anchor="ctr">
            <a:spAutoFit/>
          </a:bodyPr>
          <a:lstStyle/>
          <a:p>
            <a:pPr algn="l"/>
            <a:r>
              <a:rPr sz="1100" b="0">
                <a:solidFill>
                  <a:schemeClr val="dk2"/>
                </a:solidFill>
                <a:latin typeface="Arial"/>
              </a:rPr>
              <a:t>main thread</a:t>
            </a:r>
          </a:p>
        </p:txBody>
      </p:sp>
      <p:sp>
        <p:nvSpPr>
          <p:cNvPr id="14" name="Rectangle 13"/>
          <p:cNvSpPr/>
          <p:nvPr/>
        </p:nvSpPr>
        <p:spPr>
          <a:xfrm>
            <a:off x="7546000" y="2550000"/>
            <a:ext cx="2776400" cy="26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7546000" y="2550000"/>
            <a:ext cx="2748636" cy="26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10482400" y="2510000"/>
            <a:ext cx="800000" cy="340000"/>
          </a:xfrm>
          <a:prstGeom prst="rect">
            <a:avLst/>
          </a:prstGeom>
          <a:noFill/>
        </p:spPr>
        <p:txBody>
          <a:bodyPr wrap="square" lIns="0" tIns="0" rIns="0" bIns="0" anchor="ctr">
            <a:spAutoFit/>
          </a:bodyPr>
          <a:lstStyle/>
          <a:p>
            <a:pPr algn="r"/>
            <a:r>
              <a:rPr sz="1100" b="1">
                <a:solidFill>
                  <a:schemeClr val="dk1"/>
                </a:solidFill>
                <a:latin typeface="Arial"/>
              </a:rPr>
              <a:t>99%</a:t>
            </a:r>
          </a:p>
        </p:txBody>
      </p:sp>
      <p:sp>
        <p:nvSpPr>
          <p:cNvPr id="17" name="TextBox 16"/>
          <p:cNvSpPr txBox="1"/>
          <p:nvPr/>
        </p:nvSpPr>
        <p:spPr>
          <a:xfrm>
            <a:off x="6596000" y="3020000"/>
            <a:ext cx="850000" cy="340000"/>
          </a:xfrm>
          <a:prstGeom prst="rect">
            <a:avLst/>
          </a:prstGeom>
          <a:noFill/>
        </p:spPr>
        <p:txBody>
          <a:bodyPr wrap="square" lIns="0" tIns="0" rIns="0" bIns="0" anchor="ctr">
            <a:spAutoFit/>
          </a:bodyPr>
          <a:lstStyle/>
          <a:p>
            <a:pPr algn="l"/>
            <a:r>
              <a:rPr sz="1100" b="0">
                <a:solidFill>
                  <a:schemeClr val="dk2"/>
                </a:solidFill>
                <a:latin typeface="Arial"/>
              </a:rPr>
              <a:t>io thread 1</a:t>
            </a:r>
          </a:p>
        </p:txBody>
      </p:sp>
      <p:sp>
        <p:nvSpPr>
          <p:cNvPr id="18" name="Rectangle 17"/>
          <p:cNvSpPr/>
          <p:nvPr/>
        </p:nvSpPr>
        <p:spPr>
          <a:xfrm>
            <a:off x="7546000" y="3060000"/>
            <a:ext cx="2776400" cy="26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7546000" y="3060000"/>
            <a:ext cx="999504" cy="26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10482400" y="3020000"/>
            <a:ext cx="800000" cy="340000"/>
          </a:xfrm>
          <a:prstGeom prst="rect">
            <a:avLst/>
          </a:prstGeom>
          <a:noFill/>
        </p:spPr>
        <p:txBody>
          <a:bodyPr wrap="square" lIns="0" tIns="0" rIns="0" bIns="0" anchor="ctr">
            <a:spAutoFit/>
          </a:bodyPr>
          <a:lstStyle/>
          <a:p>
            <a:pPr algn="r"/>
            <a:r>
              <a:rPr sz="1100" b="0">
                <a:solidFill>
                  <a:schemeClr val="dk2"/>
                </a:solidFill>
                <a:latin typeface="Arial"/>
              </a:rPr>
              <a:t>36%</a:t>
            </a:r>
          </a:p>
        </p:txBody>
      </p:sp>
      <p:sp>
        <p:nvSpPr>
          <p:cNvPr id="21" name="TextBox 20"/>
          <p:cNvSpPr txBox="1"/>
          <p:nvPr/>
        </p:nvSpPr>
        <p:spPr>
          <a:xfrm>
            <a:off x="6596000" y="3530000"/>
            <a:ext cx="850000" cy="340000"/>
          </a:xfrm>
          <a:prstGeom prst="rect">
            <a:avLst/>
          </a:prstGeom>
          <a:noFill/>
        </p:spPr>
        <p:txBody>
          <a:bodyPr wrap="square" lIns="0" tIns="0" rIns="0" bIns="0" anchor="ctr">
            <a:spAutoFit/>
          </a:bodyPr>
          <a:lstStyle/>
          <a:p>
            <a:pPr algn="l"/>
            <a:r>
              <a:rPr sz="1100" b="0">
                <a:solidFill>
                  <a:schemeClr val="dk2"/>
                </a:solidFill>
                <a:latin typeface="Arial"/>
              </a:rPr>
              <a:t>io thread 2</a:t>
            </a:r>
          </a:p>
        </p:txBody>
      </p:sp>
      <p:sp>
        <p:nvSpPr>
          <p:cNvPr id="22" name="Rectangle 21"/>
          <p:cNvSpPr/>
          <p:nvPr/>
        </p:nvSpPr>
        <p:spPr>
          <a:xfrm>
            <a:off x="7546000" y="3570000"/>
            <a:ext cx="2776400" cy="26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7546000" y="3570000"/>
            <a:ext cx="943976" cy="26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10482400" y="3530000"/>
            <a:ext cx="800000" cy="340000"/>
          </a:xfrm>
          <a:prstGeom prst="rect">
            <a:avLst/>
          </a:prstGeom>
          <a:noFill/>
        </p:spPr>
        <p:txBody>
          <a:bodyPr wrap="square" lIns="0" tIns="0" rIns="0" bIns="0" anchor="ctr">
            <a:spAutoFit/>
          </a:bodyPr>
          <a:lstStyle/>
          <a:p>
            <a:pPr algn="r"/>
            <a:r>
              <a:rPr sz="1100" b="0">
                <a:solidFill>
                  <a:schemeClr val="dk2"/>
                </a:solidFill>
                <a:latin typeface="Arial"/>
              </a:rPr>
              <a:t>34%</a:t>
            </a:r>
          </a:p>
        </p:txBody>
      </p:sp>
      <p:sp>
        <p:nvSpPr>
          <p:cNvPr id="25" name="TextBox 24"/>
          <p:cNvSpPr txBox="1"/>
          <p:nvPr/>
        </p:nvSpPr>
        <p:spPr>
          <a:xfrm>
            <a:off x="6596000" y="4040000"/>
            <a:ext cx="850000" cy="340000"/>
          </a:xfrm>
          <a:prstGeom prst="rect">
            <a:avLst/>
          </a:prstGeom>
          <a:noFill/>
        </p:spPr>
        <p:txBody>
          <a:bodyPr wrap="square" lIns="0" tIns="0" rIns="0" bIns="0" anchor="ctr">
            <a:spAutoFit/>
          </a:bodyPr>
          <a:lstStyle/>
          <a:p>
            <a:pPr algn="l"/>
            <a:r>
              <a:rPr sz="1100" b="0">
                <a:solidFill>
                  <a:schemeClr val="dk2"/>
                </a:solidFill>
                <a:latin typeface="Arial"/>
              </a:rPr>
              <a:t>io thread 3</a:t>
            </a:r>
          </a:p>
        </p:txBody>
      </p:sp>
      <p:sp>
        <p:nvSpPr>
          <p:cNvPr id="26" name="Rectangle 25"/>
          <p:cNvSpPr/>
          <p:nvPr/>
        </p:nvSpPr>
        <p:spPr>
          <a:xfrm>
            <a:off x="7546000" y="4080000"/>
            <a:ext cx="2776400" cy="26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ectangle 26"/>
          <p:cNvSpPr/>
          <p:nvPr/>
        </p:nvSpPr>
        <p:spPr>
          <a:xfrm>
            <a:off x="7546000" y="4080000"/>
            <a:ext cx="860684" cy="26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10482400" y="4040000"/>
            <a:ext cx="800000" cy="340000"/>
          </a:xfrm>
          <a:prstGeom prst="rect">
            <a:avLst/>
          </a:prstGeom>
          <a:noFill/>
        </p:spPr>
        <p:txBody>
          <a:bodyPr wrap="square" lIns="0" tIns="0" rIns="0" bIns="0" anchor="ctr">
            <a:spAutoFit/>
          </a:bodyPr>
          <a:lstStyle/>
          <a:p>
            <a:pPr algn="r"/>
            <a:r>
              <a:rPr sz="1100" b="0">
                <a:solidFill>
                  <a:schemeClr val="dk2"/>
                </a:solidFill>
                <a:latin typeface="Arial"/>
              </a:rPr>
              <a:t>31%</a:t>
            </a:r>
          </a:p>
        </p:txBody>
      </p:sp>
      <p:sp>
        <p:nvSpPr>
          <p:cNvPr id="29" name="TextBox 28"/>
          <p:cNvSpPr txBox="1"/>
          <p:nvPr/>
        </p:nvSpPr>
        <p:spPr>
          <a:xfrm>
            <a:off x="6596000" y="4570000"/>
            <a:ext cx="4686400" cy="340000"/>
          </a:xfrm>
          <a:prstGeom prst="rect">
            <a:avLst/>
          </a:prstGeom>
          <a:noFill/>
        </p:spPr>
        <p:txBody>
          <a:bodyPr wrap="square" lIns="0" tIns="0" rIns="0" bIns="0" anchor="t">
            <a:spAutoFit/>
          </a:bodyPr>
          <a:lstStyle/>
          <a:p>
            <a:pPr algn="l"/>
            <a:r>
              <a:rPr sz="1200" b="0">
                <a:solidFill>
                  <a:schemeClr val="dk2"/>
                </a:solidFill>
                <a:latin typeface="Arial"/>
              </a:rPr>
              <a:t>One core, and it is full. That is the ceiling.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0618D-2374-23B7-9E27-AB2C76250B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9FD6D2-FDEC-406C-47D6-7D97490A5632}"/>
              </a:ext>
            </a:extLst>
          </p:cNvPr>
          <p:cNvSpPr>
            <a:spLocks noGrp="1"/>
          </p:cNvSpPr>
          <p:nvPr>
            <p:ph type="title"/>
          </p:nvPr>
        </p:nvSpPr>
        <p:spPr>
          <a:xfrm>
            <a:off x="609600" y="400019"/>
            <a:ext cx="11062800" cy="387798"/>
          </a:xfrm>
        </p:spPr>
        <p:txBody>
          <a:bodyPr/>
          <a:lstStyle/>
          <a:p>
            <a:r>
              <a:rPr lang="en-US" sz="2800" dirty="0">
                <a:latin typeface="Arial" panose="020B0604020202020204" pitchFamily="34" charset="0"/>
                <a:cs typeface="Arial" panose="020B0604020202020204" pitchFamily="34" charset="0"/>
              </a:rPr>
              <a:t>Latency is (still) a cliff</a:t>
            </a:r>
            <a:endParaRPr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7859EC98-C70D-169F-BF79-3A37E7B4A055}"/>
              </a:ext>
            </a:extLst>
          </p:cNvPr>
          <p:cNvSpPr txBox="1"/>
          <p:nvPr/>
        </p:nvSpPr>
        <p:spPr>
          <a:xfrm>
            <a:off x="10772078" y="2274849"/>
            <a:ext cx="184731" cy="246221"/>
          </a:xfrm>
          <a:prstGeom prst="rect">
            <a:avLst/>
          </a:prstGeom>
          <a:noFill/>
        </p:spPr>
        <p:txBody>
          <a:bodyPr wrap="none" rtlCol="0">
            <a:spAutoFit/>
          </a:bodyPr>
          <a:lstStyle/>
          <a:p>
            <a:pPr algn="l"/>
            <a:endParaRPr lang="en-US" sz="1000" i="1" dirty="0">
              <a:solidFill>
                <a:schemeClr val="dk1"/>
              </a:solidFill>
            </a:endParaRPr>
          </a:p>
        </p:txBody>
      </p:sp>
      <p:graphicFrame>
        <p:nvGraphicFramePr>
          <p:cNvPr id="7" name="Chart 0">
            <a:extLst>
              <a:ext uri="{FF2B5EF4-FFF2-40B4-BE49-F238E27FC236}">
                <a16:creationId xmlns:a16="http://schemas.microsoft.com/office/drawing/2014/main" id="{A914499E-27BD-81CE-16A0-045CE916B4EA}"/>
              </a:ext>
            </a:extLst>
          </p:cNvPr>
          <p:cNvGraphicFramePr/>
          <p:nvPr/>
        </p:nvGraphicFramePr>
        <p:xfrm>
          <a:off x="1478280" y="1171448"/>
          <a:ext cx="9235440" cy="451510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201777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4071D-27CA-5192-6F8B-1C118DAD8D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3FA69B-6E15-B8BC-A8D0-1A474CCE8FD7}"/>
              </a:ext>
            </a:extLst>
          </p:cNvPr>
          <p:cNvSpPr>
            <a:spLocks noGrp="1"/>
          </p:cNvSpPr>
          <p:nvPr>
            <p:ph type="title"/>
          </p:nvPr>
        </p:nvSpPr>
        <p:spPr>
          <a:xfrm>
            <a:off x="609600" y="400019"/>
            <a:ext cx="11062800" cy="443198"/>
          </a:xfrm>
        </p:spPr>
        <p:txBody>
          <a:bodyPr/>
          <a:lstStyle/>
          <a:p>
            <a:r>
              <a:rPr lang="en-US" dirty="0"/>
              <a:t>Adapting to the current demand</a:t>
            </a:r>
            <a:endParaRPr dirty="0"/>
          </a:p>
        </p:txBody>
      </p:sp>
      <p:sp>
        <p:nvSpPr>
          <p:cNvPr id="5" name="TextBox 4">
            <a:extLst>
              <a:ext uri="{FF2B5EF4-FFF2-40B4-BE49-F238E27FC236}">
                <a16:creationId xmlns:a16="http://schemas.microsoft.com/office/drawing/2014/main" id="{EDC8496E-8723-8E9E-A62D-DBF15B6D16ED}"/>
              </a:ext>
            </a:extLst>
          </p:cNvPr>
          <p:cNvSpPr txBox="1"/>
          <p:nvPr/>
        </p:nvSpPr>
        <p:spPr>
          <a:xfrm>
            <a:off x="10772078" y="2274849"/>
            <a:ext cx="184731" cy="246221"/>
          </a:xfrm>
          <a:prstGeom prst="rect">
            <a:avLst/>
          </a:prstGeom>
          <a:noFill/>
        </p:spPr>
        <p:txBody>
          <a:bodyPr wrap="none" rtlCol="0">
            <a:spAutoFit/>
          </a:bodyPr>
          <a:lstStyle/>
          <a:p>
            <a:pPr algn="l"/>
            <a:endParaRPr lang="en-US" sz="1000" i="1" dirty="0">
              <a:solidFill>
                <a:schemeClr val="dk1"/>
              </a:solidFill>
            </a:endParaRPr>
          </a:p>
        </p:txBody>
      </p:sp>
      <p:graphicFrame>
        <p:nvGraphicFramePr>
          <p:cNvPr id="3" name="Chart 2">
            <a:extLst>
              <a:ext uri="{FF2B5EF4-FFF2-40B4-BE49-F238E27FC236}">
                <a16:creationId xmlns:a16="http://schemas.microsoft.com/office/drawing/2014/main" id="{114F82E9-1D20-961A-E217-B1EE8E9280F8}"/>
              </a:ext>
            </a:extLst>
          </p:cNvPr>
          <p:cNvGraphicFramePr>
            <a:graphicFrameLocks noGrp="1"/>
          </p:cNvGraphicFramePr>
          <p:nvPr/>
        </p:nvGraphicFramePr>
        <p:xfrm>
          <a:off x="731520" y="1097280"/>
          <a:ext cx="10511103" cy="479385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7955547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72F2E-376C-7709-530D-B45C6E417B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6AEE63-0150-6443-01EE-6633A11C3C2E}"/>
              </a:ext>
            </a:extLst>
          </p:cNvPr>
          <p:cNvSpPr>
            <a:spLocks noGrp="1"/>
          </p:cNvSpPr>
          <p:nvPr>
            <p:ph type="title"/>
          </p:nvPr>
        </p:nvSpPr>
        <p:spPr/>
        <p:txBody>
          <a:bodyPr/>
          <a:lstStyle/>
          <a:p>
            <a:r>
              <a:rPr dirty="0"/>
              <a:t>Two-box placeholder (neutral)</a:t>
            </a:r>
          </a:p>
        </p:txBody>
      </p:sp>
      <p:sp>
        <p:nvSpPr>
          <p:cNvPr id="3" name="Rectangle 2">
            <a:extLst>
              <a:ext uri="{FF2B5EF4-FFF2-40B4-BE49-F238E27FC236}">
                <a16:creationId xmlns:a16="http://schemas.microsoft.com/office/drawing/2014/main" id="{F6148A59-280B-CFD9-ABB6-3D42C1E90C0F}"/>
              </a:ext>
            </a:extLst>
          </p:cNvPr>
          <p:cNvSpPr/>
          <p:nvPr/>
        </p:nvSpPr>
        <p:spPr>
          <a:xfrm>
            <a:off x="609600" y="1445931"/>
            <a:ext cx="5431400" cy="39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a:extLst>
              <a:ext uri="{FF2B5EF4-FFF2-40B4-BE49-F238E27FC236}">
                <a16:creationId xmlns:a16="http://schemas.microsoft.com/office/drawing/2014/main" id="{F25FF6E3-6377-A1D1-37D5-833AAF7FCC75}"/>
              </a:ext>
            </a:extLst>
          </p:cNvPr>
          <p:cNvSpPr/>
          <p:nvPr/>
        </p:nvSpPr>
        <p:spPr>
          <a:xfrm>
            <a:off x="609600" y="1445931"/>
            <a:ext cx="5431400"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10" name="vertical-scaling">
            <a:extLst>
              <a:ext uri="{FF2B5EF4-FFF2-40B4-BE49-F238E27FC236}">
                <a16:creationId xmlns:a16="http://schemas.microsoft.com/office/drawing/2014/main" id="{3717E9D1-4E4F-61A3-88B3-F90F1C684F8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92480" y="1701963"/>
            <a:ext cx="1097280" cy="1097280"/>
          </a:xfrm>
          <a:prstGeom prst="rect">
            <a:avLst/>
          </a:prstGeom>
        </p:spPr>
      </p:pic>
      <p:sp>
        <p:nvSpPr>
          <p:cNvPr id="1011" name="TextBox 1010">
            <a:extLst>
              <a:ext uri="{FF2B5EF4-FFF2-40B4-BE49-F238E27FC236}">
                <a16:creationId xmlns:a16="http://schemas.microsoft.com/office/drawing/2014/main" id="{A2CF31EE-97D2-08A4-CBEB-93F2ED38F256}"/>
              </a:ext>
            </a:extLst>
          </p:cNvPr>
          <p:cNvSpPr txBox="1"/>
          <p:nvPr/>
        </p:nvSpPr>
        <p:spPr>
          <a:xfrm>
            <a:off x="792480" y="2936403"/>
            <a:ext cx="5065640" cy="400110"/>
          </a:xfrm>
          <a:prstGeom prst="rect">
            <a:avLst/>
          </a:prstGeom>
          <a:noFill/>
        </p:spPr>
        <p:txBody>
          <a:bodyPr wrap="square" lIns="0" tIns="0" rIns="0" bIns="0" anchor="t">
            <a:spAutoFit/>
          </a:bodyPr>
          <a:lstStyle/>
          <a:p>
            <a:pPr algn="l"/>
            <a:r>
              <a:rPr lang="en-US" sz="2600" b="1" dirty="0">
                <a:solidFill>
                  <a:schemeClr val="dk1"/>
                </a:solidFill>
              </a:rPr>
              <a:t>Vertical Scaling</a:t>
            </a:r>
            <a:endParaRPr sz="2600" b="1" dirty="0">
              <a:solidFill>
                <a:schemeClr val="dk1"/>
              </a:solidFill>
            </a:endParaRPr>
          </a:p>
        </p:txBody>
      </p:sp>
      <p:sp>
        <p:nvSpPr>
          <p:cNvPr id="1012" name="TextBox 1011">
            <a:extLst>
              <a:ext uri="{FF2B5EF4-FFF2-40B4-BE49-F238E27FC236}">
                <a16:creationId xmlns:a16="http://schemas.microsoft.com/office/drawing/2014/main" id="{77C2FD6B-1EA9-563B-1F62-7F8474FA215D}"/>
              </a:ext>
            </a:extLst>
          </p:cNvPr>
          <p:cNvSpPr txBox="1"/>
          <p:nvPr/>
        </p:nvSpPr>
        <p:spPr>
          <a:xfrm>
            <a:off x="792480" y="3382233"/>
            <a:ext cx="4649315" cy="1443344"/>
          </a:xfrm>
          <a:prstGeom prst="rect">
            <a:avLst/>
          </a:prstGeom>
          <a:noFill/>
        </p:spPr>
        <p:txBody>
          <a:bodyPr wrap="square" lIns="0" tIns="0" rIns="0" bIns="0" anchor="t">
            <a:spAutoFit/>
          </a:bodyPr>
          <a:lstStyle/>
          <a:p>
            <a:pPr marL="285750" indent="-285750" algn="l">
              <a:lnSpc>
                <a:spcPct val="120000"/>
              </a:lnSpc>
              <a:buFont typeface="Arial" panose="020B0604020202020204" pitchFamily="34" charset="0"/>
              <a:buChar char="•"/>
            </a:pPr>
            <a:r>
              <a:rPr lang="en-US" sz="2000" b="0" dirty="0">
                <a:solidFill>
                  <a:schemeClr val="dk2"/>
                </a:solidFill>
              </a:rPr>
              <a:t>Add more cores to handle incoming requests</a:t>
            </a:r>
          </a:p>
          <a:p>
            <a:pPr marL="285750" indent="-285750" algn="l">
              <a:lnSpc>
                <a:spcPct val="120000"/>
              </a:lnSpc>
              <a:buFont typeface="Arial" panose="020B0604020202020204" pitchFamily="34" charset="0"/>
              <a:buChar char="•"/>
            </a:pPr>
            <a:r>
              <a:rPr lang="en-US" sz="2000" b="0" strike="sngStrike" dirty="0">
                <a:solidFill>
                  <a:schemeClr val="dk2"/>
                </a:solidFill>
              </a:rPr>
              <a:t>Limited with IO threading</a:t>
            </a:r>
            <a:r>
              <a:rPr lang="en-US" sz="2000" strike="sngStrike" dirty="0">
                <a:solidFill>
                  <a:schemeClr val="dk2"/>
                </a:solidFill>
              </a:rPr>
              <a:t> </a:t>
            </a:r>
            <a:r>
              <a:rPr lang="en-US" sz="2000" dirty="0">
                <a:solidFill>
                  <a:schemeClr val="dk2"/>
                </a:solidFill>
              </a:rPr>
              <a:t>Provides about 10x throughput scaling</a:t>
            </a:r>
            <a:endParaRPr lang="en-US" sz="2000" b="0" strike="sngStrike" dirty="0">
              <a:solidFill>
                <a:schemeClr val="dk2"/>
              </a:solidFill>
            </a:endParaRPr>
          </a:p>
        </p:txBody>
      </p:sp>
      <p:sp>
        <p:nvSpPr>
          <p:cNvPr id="1013" name="Rectangle 1012">
            <a:extLst>
              <a:ext uri="{FF2B5EF4-FFF2-40B4-BE49-F238E27FC236}">
                <a16:creationId xmlns:a16="http://schemas.microsoft.com/office/drawing/2014/main" id="{312160D9-2552-72C1-ED01-EB003D96848F}"/>
              </a:ext>
            </a:extLst>
          </p:cNvPr>
          <p:cNvSpPr/>
          <p:nvPr/>
        </p:nvSpPr>
        <p:spPr>
          <a:xfrm>
            <a:off x="6241000" y="1445931"/>
            <a:ext cx="5431400" cy="39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14" name="Rectangle 1013">
            <a:extLst>
              <a:ext uri="{FF2B5EF4-FFF2-40B4-BE49-F238E27FC236}">
                <a16:creationId xmlns:a16="http://schemas.microsoft.com/office/drawing/2014/main" id="{7684EC5B-49D8-DE01-433F-D000B71E3B15}"/>
              </a:ext>
            </a:extLst>
          </p:cNvPr>
          <p:cNvSpPr/>
          <p:nvPr/>
        </p:nvSpPr>
        <p:spPr>
          <a:xfrm>
            <a:off x="6241000" y="1445931"/>
            <a:ext cx="5431400" cy="73152"/>
          </a:xfrm>
          <a:prstGeom prst="rect">
            <a:avLst/>
          </a:prstGeom>
          <a:solidFill>
            <a:srgbClr val="69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horizontal-scaling">
            <a:extLst>
              <a:ext uri="{FF2B5EF4-FFF2-40B4-BE49-F238E27FC236}">
                <a16:creationId xmlns:a16="http://schemas.microsoft.com/office/drawing/2014/main" id="{03A7B612-0E66-4742-5FCF-5728EB71330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23880" y="1701963"/>
            <a:ext cx="1097280" cy="1097280"/>
          </a:xfrm>
          <a:prstGeom prst="rect">
            <a:avLst/>
          </a:prstGeom>
        </p:spPr>
      </p:pic>
      <p:sp>
        <p:nvSpPr>
          <p:cNvPr id="1015" name="TextBox 1014">
            <a:extLst>
              <a:ext uri="{FF2B5EF4-FFF2-40B4-BE49-F238E27FC236}">
                <a16:creationId xmlns:a16="http://schemas.microsoft.com/office/drawing/2014/main" id="{A8539C6D-792D-9A32-913B-6AF3E203D7EA}"/>
              </a:ext>
            </a:extLst>
          </p:cNvPr>
          <p:cNvSpPr txBox="1"/>
          <p:nvPr/>
        </p:nvSpPr>
        <p:spPr>
          <a:xfrm>
            <a:off x="6423880" y="2936403"/>
            <a:ext cx="5065640" cy="400110"/>
          </a:xfrm>
          <a:prstGeom prst="rect">
            <a:avLst/>
          </a:prstGeom>
          <a:noFill/>
        </p:spPr>
        <p:txBody>
          <a:bodyPr wrap="square" lIns="0" tIns="0" rIns="0" bIns="0" anchor="t">
            <a:spAutoFit/>
          </a:bodyPr>
          <a:lstStyle/>
          <a:p>
            <a:pPr algn="l"/>
            <a:r>
              <a:rPr lang="en-US" sz="2600" b="1" dirty="0">
                <a:solidFill>
                  <a:schemeClr val="dk1"/>
                </a:solidFill>
              </a:rPr>
              <a:t>Horizontal Scaling</a:t>
            </a:r>
            <a:endParaRPr sz="2600" b="1" dirty="0">
              <a:solidFill>
                <a:schemeClr val="dk1"/>
              </a:solidFill>
            </a:endParaRPr>
          </a:p>
        </p:txBody>
      </p:sp>
      <p:sp>
        <p:nvSpPr>
          <p:cNvPr id="1016" name="TextBox 1015">
            <a:extLst>
              <a:ext uri="{FF2B5EF4-FFF2-40B4-BE49-F238E27FC236}">
                <a16:creationId xmlns:a16="http://schemas.microsoft.com/office/drawing/2014/main" id="{9993FAA2-A568-E9A5-22E0-383B7CD5218A}"/>
              </a:ext>
            </a:extLst>
          </p:cNvPr>
          <p:cNvSpPr txBox="1"/>
          <p:nvPr/>
        </p:nvSpPr>
        <p:spPr>
          <a:xfrm>
            <a:off x="6423880" y="3382233"/>
            <a:ext cx="5065640" cy="1074012"/>
          </a:xfrm>
          <a:prstGeom prst="rect">
            <a:avLst/>
          </a:prstGeom>
          <a:noFill/>
        </p:spPr>
        <p:txBody>
          <a:bodyPr wrap="square" lIns="0" tIns="0" rIns="0" bIns="0" anchor="t">
            <a:spAutoFit/>
          </a:bodyPr>
          <a:lstStyle/>
          <a:p>
            <a:pPr marL="285750" indent="-285750">
              <a:lnSpc>
                <a:spcPct val="120000"/>
              </a:lnSpc>
              <a:buFont typeface="Arial" panose="020B0604020202020204" pitchFamily="34" charset="0"/>
              <a:buChar char="•"/>
            </a:pPr>
            <a:r>
              <a:rPr lang="en-US" sz="2000" dirty="0">
                <a:solidFill>
                  <a:schemeClr val="dk2"/>
                </a:solidFill>
              </a:rPr>
              <a:t>Add more hosts to parallelize requests</a:t>
            </a:r>
          </a:p>
          <a:p>
            <a:pPr marL="285750" indent="-285750">
              <a:lnSpc>
                <a:spcPct val="120000"/>
              </a:lnSpc>
              <a:buFont typeface="Arial" panose="020B0604020202020204" pitchFamily="34" charset="0"/>
              <a:buChar char="•"/>
            </a:pPr>
            <a:r>
              <a:rPr lang="en-US" sz="2000" dirty="0">
                <a:solidFill>
                  <a:schemeClr val="dk2"/>
                </a:solidFill>
              </a:rPr>
              <a:t>No cross-shard transactions</a:t>
            </a:r>
          </a:p>
          <a:p>
            <a:pPr marL="285750" indent="-285750">
              <a:lnSpc>
                <a:spcPct val="120000"/>
              </a:lnSpc>
              <a:buFont typeface="Arial" panose="020B0604020202020204" pitchFamily="34" charset="0"/>
              <a:buChar char="•"/>
            </a:pPr>
            <a:r>
              <a:rPr lang="en-US" sz="2000" dirty="0">
                <a:solidFill>
                  <a:schemeClr val="dk2"/>
                </a:solidFill>
              </a:rPr>
              <a:t>Slow and dangerous to scale</a:t>
            </a:r>
            <a:endParaRPr lang="en-US" sz="2000" strike="sngStrike" dirty="0">
              <a:solidFill>
                <a:schemeClr val="dk2"/>
              </a:solidFill>
            </a:endParaRPr>
          </a:p>
        </p:txBody>
      </p:sp>
    </p:spTree>
    <p:extLst>
      <p:ext uri="{BB962C8B-B14F-4D97-AF65-F5344CB8AC3E}">
        <p14:creationId xmlns:p14="http://schemas.microsoft.com/office/powerpoint/2010/main" val="9097300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Clustering</a:t>
            </a:r>
          </a:p>
        </p:txBody>
      </p:sp>
      <p:sp>
        <p:nvSpPr>
          <p:cNvPr id="3" name="TextBox 2"/>
          <p:cNvSpPr txBox="1"/>
          <p:nvPr/>
        </p:nvSpPr>
        <p:spPr>
          <a:xfrm>
            <a:off x="609600" y="1450000"/>
            <a:ext cx="3390933" cy="320000"/>
          </a:xfrm>
          <a:prstGeom prst="rect">
            <a:avLst/>
          </a:prstGeom>
          <a:noFill/>
        </p:spPr>
        <p:txBody>
          <a:bodyPr wrap="square" lIns="0" tIns="0" rIns="0" bIns="0" anchor="t">
            <a:spAutoFit/>
          </a:bodyPr>
          <a:lstStyle/>
          <a:p>
            <a:pPr algn="ctr"/>
            <a:r>
              <a:rPr sz="1200" b="1">
                <a:solidFill>
                  <a:schemeClr val="dk2"/>
                </a:solidFill>
              </a:rPr>
              <a:t>slots 0 – 5460</a:t>
            </a:r>
          </a:p>
        </p:txBody>
      </p:sp>
      <p:sp>
        <p:nvSpPr>
          <p:cNvPr id="4" name="Rectangle 3"/>
          <p:cNvSpPr/>
          <p:nvPr/>
        </p:nvSpPr>
        <p:spPr>
          <a:xfrm>
            <a:off x="609600" y="1920000"/>
            <a:ext cx="3390933" cy="11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609600" y="1920000"/>
            <a:ext cx="3390933"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09600" y="2170000"/>
            <a:ext cx="3390933" cy="300000"/>
          </a:xfrm>
          <a:prstGeom prst="rect">
            <a:avLst/>
          </a:prstGeom>
          <a:noFill/>
        </p:spPr>
        <p:txBody>
          <a:bodyPr wrap="square" lIns="0" tIns="0" rIns="0" bIns="0" anchor="t">
            <a:spAutoFit/>
          </a:bodyPr>
          <a:lstStyle/>
          <a:p>
            <a:pPr algn="ctr"/>
            <a:r>
              <a:rPr sz="1600" b="1">
                <a:solidFill>
                  <a:schemeClr val="dk1"/>
                </a:solidFill>
              </a:rPr>
              <a:t>Primary</a:t>
            </a:r>
          </a:p>
        </p:txBody>
      </p:sp>
      <p:sp>
        <p:nvSpPr>
          <p:cNvPr id="7" name="TextBox 6"/>
          <p:cNvSpPr txBox="1"/>
          <p:nvPr/>
        </p:nvSpPr>
        <p:spPr>
          <a:xfrm>
            <a:off x="609600" y="2490000"/>
            <a:ext cx="3390933" cy="260000"/>
          </a:xfrm>
          <a:prstGeom prst="rect">
            <a:avLst/>
          </a:prstGeom>
          <a:noFill/>
        </p:spPr>
        <p:txBody>
          <a:bodyPr wrap="square" lIns="0" tIns="0" rIns="0" bIns="0" anchor="t">
            <a:spAutoFit/>
          </a:bodyPr>
          <a:lstStyle/>
          <a:p>
            <a:pPr algn="ctr"/>
            <a:r>
              <a:rPr sz="1100" b="0">
                <a:solidFill>
                  <a:schemeClr val="dk2"/>
                </a:solidFill>
              </a:rPr>
              <a:t>shard 1</a:t>
            </a:r>
          </a:p>
        </p:txBody>
      </p:sp>
      <p:sp>
        <p:nvSpPr>
          <p:cNvPr id="8" name="Rectangle 7"/>
          <p:cNvSpPr/>
          <p:nvPr/>
        </p:nvSpPr>
        <p:spPr>
          <a:xfrm>
            <a:off x="609600" y="3420000"/>
            <a:ext cx="3390933" cy="11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609600" y="3420000"/>
            <a:ext cx="3390933"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09600" y="3670000"/>
            <a:ext cx="3390933" cy="300000"/>
          </a:xfrm>
          <a:prstGeom prst="rect">
            <a:avLst/>
          </a:prstGeom>
          <a:noFill/>
        </p:spPr>
        <p:txBody>
          <a:bodyPr wrap="square" lIns="0" tIns="0" rIns="0" bIns="0" anchor="t">
            <a:spAutoFit/>
          </a:bodyPr>
          <a:lstStyle/>
          <a:p>
            <a:pPr algn="ctr"/>
            <a:r>
              <a:rPr sz="1600" b="1">
                <a:solidFill>
                  <a:schemeClr val="dk1"/>
                </a:solidFill>
              </a:rPr>
              <a:t>Replica</a:t>
            </a:r>
          </a:p>
        </p:txBody>
      </p:sp>
      <p:sp>
        <p:nvSpPr>
          <p:cNvPr id="11" name="TextBox 10"/>
          <p:cNvSpPr txBox="1"/>
          <p:nvPr/>
        </p:nvSpPr>
        <p:spPr>
          <a:xfrm>
            <a:off x="609600" y="3990000"/>
            <a:ext cx="3390933" cy="260000"/>
          </a:xfrm>
          <a:prstGeom prst="rect">
            <a:avLst/>
          </a:prstGeom>
          <a:noFill/>
        </p:spPr>
        <p:txBody>
          <a:bodyPr wrap="square" lIns="0" tIns="0" rIns="0" bIns="0" anchor="t">
            <a:spAutoFit/>
          </a:bodyPr>
          <a:lstStyle/>
          <a:p>
            <a:pPr algn="ctr"/>
            <a:r>
              <a:rPr sz="1100" b="0">
                <a:solidFill>
                  <a:schemeClr val="dk2"/>
                </a:solidFill>
              </a:rPr>
              <a:t>read + failover</a:t>
            </a:r>
          </a:p>
        </p:txBody>
      </p:sp>
      <p:cxnSp>
        <p:nvCxnSpPr>
          <p:cNvPr id="12" name="Connector 11"/>
          <p:cNvCxnSpPr/>
          <p:nvPr/>
        </p:nvCxnSpPr>
        <p:spPr>
          <a:xfrm>
            <a:off x="2305066" y="3080000"/>
            <a:ext cx="0" cy="280000"/>
          </a:xfrm>
          <a:prstGeom prst="line">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060533" y="2470000"/>
            <a:ext cx="280000" cy="0"/>
          </a:xfrm>
          <a:prstGeom prst="line">
            <a:avLst/>
          </a:prstGeom>
          <a:ln w="15875">
            <a:solidFill>
              <a:schemeClr val="dk2"/>
            </a:solidFill>
            <a:prstDash val="dash"/>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00533" y="1450000"/>
            <a:ext cx="3390933" cy="320000"/>
          </a:xfrm>
          <a:prstGeom prst="rect">
            <a:avLst/>
          </a:prstGeom>
          <a:noFill/>
        </p:spPr>
        <p:txBody>
          <a:bodyPr wrap="square" lIns="0" tIns="0" rIns="0" bIns="0" anchor="t">
            <a:spAutoFit/>
          </a:bodyPr>
          <a:lstStyle/>
          <a:p>
            <a:pPr algn="ctr"/>
            <a:r>
              <a:rPr sz="1200" b="1">
                <a:solidFill>
                  <a:schemeClr val="dk2"/>
                </a:solidFill>
              </a:rPr>
              <a:t>slots 5461 – 10922</a:t>
            </a:r>
          </a:p>
        </p:txBody>
      </p:sp>
      <p:sp>
        <p:nvSpPr>
          <p:cNvPr id="15" name="Rectangle 14"/>
          <p:cNvSpPr/>
          <p:nvPr/>
        </p:nvSpPr>
        <p:spPr>
          <a:xfrm>
            <a:off x="4400533" y="1920000"/>
            <a:ext cx="3390933" cy="11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4400533" y="1920000"/>
            <a:ext cx="3390933"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4400533" y="2170000"/>
            <a:ext cx="3390933" cy="300000"/>
          </a:xfrm>
          <a:prstGeom prst="rect">
            <a:avLst/>
          </a:prstGeom>
          <a:noFill/>
        </p:spPr>
        <p:txBody>
          <a:bodyPr wrap="square" lIns="0" tIns="0" rIns="0" bIns="0" anchor="t">
            <a:spAutoFit/>
          </a:bodyPr>
          <a:lstStyle/>
          <a:p>
            <a:pPr algn="ctr"/>
            <a:r>
              <a:rPr sz="1600" b="1">
                <a:solidFill>
                  <a:schemeClr val="dk1"/>
                </a:solidFill>
              </a:rPr>
              <a:t>Primary</a:t>
            </a:r>
          </a:p>
        </p:txBody>
      </p:sp>
      <p:sp>
        <p:nvSpPr>
          <p:cNvPr id="18" name="TextBox 17"/>
          <p:cNvSpPr txBox="1"/>
          <p:nvPr/>
        </p:nvSpPr>
        <p:spPr>
          <a:xfrm>
            <a:off x="4400533" y="2490000"/>
            <a:ext cx="3390933" cy="260000"/>
          </a:xfrm>
          <a:prstGeom prst="rect">
            <a:avLst/>
          </a:prstGeom>
          <a:noFill/>
        </p:spPr>
        <p:txBody>
          <a:bodyPr wrap="square" lIns="0" tIns="0" rIns="0" bIns="0" anchor="t">
            <a:spAutoFit/>
          </a:bodyPr>
          <a:lstStyle/>
          <a:p>
            <a:pPr algn="ctr"/>
            <a:r>
              <a:rPr sz="1100" b="0">
                <a:solidFill>
                  <a:schemeClr val="dk2"/>
                </a:solidFill>
              </a:rPr>
              <a:t>shard 2</a:t>
            </a:r>
          </a:p>
        </p:txBody>
      </p:sp>
      <p:sp>
        <p:nvSpPr>
          <p:cNvPr id="19" name="Rectangle 18"/>
          <p:cNvSpPr/>
          <p:nvPr/>
        </p:nvSpPr>
        <p:spPr>
          <a:xfrm>
            <a:off x="4400533" y="3420000"/>
            <a:ext cx="3390933" cy="11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ectangle 19"/>
          <p:cNvSpPr/>
          <p:nvPr/>
        </p:nvSpPr>
        <p:spPr>
          <a:xfrm>
            <a:off x="4400533" y="3420000"/>
            <a:ext cx="3390933"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4400533" y="3670000"/>
            <a:ext cx="3390933" cy="300000"/>
          </a:xfrm>
          <a:prstGeom prst="rect">
            <a:avLst/>
          </a:prstGeom>
          <a:noFill/>
        </p:spPr>
        <p:txBody>
          <a:bodyPr wrap="square" lIns="0" tIns="0" rIns="0" bIns="0" anchor="t">
            <a:spAutoFit/>
          </a:bodyPr>
          <a:lstStyle/>
          <a:p>
            <a:pPr algn="ctr"/>
            <a:r>
              <a:rPr sz="1600" b="1">
                <a:solidFill>
                  <a:schemeClr val="dk1"/>
                </a:solidFill>
              </a:rPr>
              <a:t>Replica</a:t>
            </a:r>
          </a:p>
        </p:txBody>
      </p:sp>
      <p:sp>
        <p:nvSpPr>
          <p:cNvPr id="22" name="TextBox 21"/>
          <p:cNvSpPr txBox="1"/>
          <p:nvPr/>
        </p:nvSpPr>
        <p:spPr>
          <a:xfrm>
            <a:off x="4400533" y="3990000"/>
            <a:ext cx="3390933" cy="260000"/>
          </a:xfrm>
          <a:prstGeom prst="rect">
            <a:avLst/>
          </a:prstGeom>
          <a:noFill/>
        </p:spPr>
        <p:txBody>
          <a:bodyPr wrap="square" lIns="0" tIns="0" rIns="0" bIns="0" anchor="t">
            <a:spAutoFit/>
          </a:bodyPr>
          <a:lstStyle/>
          <a:p>
            <a:pPr algn="ctr"/>
            <a:r>
              <a:rPr sz="1100" b="0">
                <a:solidFill>
                  <a:schemeClr val="dk2"/>
                </a:solidFill>
              </a:rPr>
              <a:t>read + failover</a:t>
            </a:r>
          </a:p>
        </p:txBody>
      </p:sp>
      <p:cxnSp>
        <p:nvCxnSpPr>
          <p:cNvPr id="23" name="Connector 22"/>
          <p:cNvCxnSpPr/>
          <p:nvPr/>
        </p:nvCxnSpPr>
        <p:spPr>
          <a:xfrm>
            <a:off x="6095999" y="3080000"/>
            <a:ext cx="0" cy="280000"/>
          </a:xfrm>
          <a:prstGeom prst="line">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851466" y="2470000"/>
            <a:ext cx="280000" cy="0"/>
          </a:xfrm>
          <a:prstGeom prst="line">
            <a:avLst/>
          </a:prstGeom>
          <a:ln w="15875">
            <a:solidFill>
              <a:schemeClr val="dk2"/>
            </a:solidFill>
            <a:prstDash val="dash"/>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8191466" y="1450000"/>
            <a:ext cx="3390933" cy="320000"/>
          </a:xfrm>
          <a:prstGeom prst="rect">
            <a:avLst/>
          </a:prstGeom>
          <a:noFill/>
        </p:spPr>
        <p:txBody>
          <a:bodyPr wrap="square" lIns="0" tIns="0" rIns="0" bIns="0" anchor="t">
            <a:spAutoFit/>
          </a:bodyPr>
          <a:lstStyle/>
          <a:p>
            <a:pPr algn="ctr"/>
            <a:r>
              <a:rPr sz="1200" b="1">
                <a:solidFill>
                  <a:schemeClr val="dk2"/>
                </a:solidFill>
              </a:rPr>
              <a:t>slots 10923 – 16383</a:t>
            </a:r>
          </a:p>
        </p:txBody>
      </p:sp>
      <p:sp>
        <p:nvSpPr>
          <p:cNvPr id="26" name="Rectangle 25"/>
          <p:cNvSpPr/>
          <p:nvPr/>
        </p:nvSpPr>
        <p:spPr>
          <a:xfrm>
            <a:off x="8191466" y="1920000"/>
            <a:ext cx="3390933" cy="11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Rectangle 26"/>
          <p:cNvSpPr/>
          <p:nvPr/>
        </p:nvSpPr>
        <p:spPr>
          <a:xfrm>
            <a:off x="8191466" y="1920000"/>
            <a:ext cx="3390933"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8191466" y="2170000"/>
            <a:ext cx="3390933" cy="300000"/>
          </a:xfrm>
          <a:prstGeom prst="rect">
            <a:avLst/>
          </a:prstGeom>
          <a:noFill/>
        </p:spPr>
        <p:txBody>
          <a:bodyPr wrap="square" lIns="0" tIns="0" rIns="0" bIns="0" anchor="t">
            <a:spAutoFit/>
          </a:bodyPr>
          <a:lstStyle/>
          <a:p>
            <a:pPr algn="ctr"/>
            <a:r>
              <a:rPr sz="1600" b="1">
                <a:solidFill>
                  <a:schemeClr val="dk1"/>
                </a:solidFill>
              </a:rPr>
              <a:t>Primary</a:t>
            </a:r>
          </a:p>
        </p:txBody>
      </p:sp>
      <p:sp>
        <p:nvSpPr>
          <p:cNvPr id="29" name="TextBox 28"/>
          <p:cNvSpPr txBox="1"/>
          <p:nvPr/>
        </p:nvSpPr>
        <p:spPr>
          <a:xfrm>
            <a:off x="8191466" y="2490000"/>
            <a:ext cx="3390933" cy="260000"/>
          </a:xfrm>
          <a:prstGeom prst="rect">
            <a:avLst/>
          </a:prstGeom>
          <a:noFill/>
        </p:spPr>
        <p:txBody>
          <a:bodyPr wrap="square" lIns="0" tIns="0" rIns="0" bIns="0" anchor="t">
            <a:spAutoFit/>
          </a:bodyPr>
          <a:lstStyle/>
          <a:p>
            <a:pPr algn="ctr"/>
            <a:r>
              <a:rPr sz="1100" b="0">
                <a:solidFill>
                  <a:schemeClr val="dk2"/>
                </a:solidFill>
              </a:rPr>
              <a:t>shard 3</a:t>
            </a:r>
          </a:p>
        </p:txBody>
      </p:sp>
      <p:sp>
        <p:nvSpPr>
          <p:cNvPr id="30" name="Rectangle 29"/>
          <p:cNvSpPr/>
          <p:nvPr/>
        </p:nvSpPr>
        <p:spPr>
          <a:xfrm>
            <a:off x="8191466" y="3420000"/>
            <a:ext cx="3390933" cy="11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ectangle 30"/>
          <p:cNvSpPr/>
          <p:nvPr/>
        </p:nvSpPr>
        <p:spPr>
          <a:xfrm>
            <a:off x="8191466" y="3420000"/>
            <a:ext cx="3390933"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8191466" y="3670000"/>
            <a:ext cx="3390933" cy="300000"/>
          </a:xfrm>
          <a:prstGeom prst="rect">
            <a:avLst/>
          </a:prstGeom>
          <a:noFill/>
        </p:spPr>
        <p:txBody>
          <a:bodyPr wrap="square" lIns="0" tIns="0" rIns="0" bIns="0" anchor="t">
            <a:spAutoFit/>
          </a:bodyPr>
          <a:lstStyle/>
          <a:p>
            <a:pPr algn="ctr"/>
            <a:r>
              <a:rPr sz="1600" b="1">
                <a:solidFill>
                  <a:schemeClr val="dk1"/>
                </a:solidFill>
              </a:rPr>
              <a:t>Replica</a:t>
            </a:r>
          </a:p>
        </p:txBody>
      </p:sp>
      <p:sp>
        <p:nvSpPr>
          <p:cNvPr id="33" name="TextBox 32"/>
          <p:cNvSpPr txBox="1"/>
          <p:nvPr/>
        </p:nvSpPr>
        <p:spPr>
          <a:xfrm>
            <a:off x="8191466" y="3990000"/>
            <a:ext cx="3390933" cy="260000"/>
          </a:xfrm>
          <a:prstGeom prst="rect">
            <a:avLst/>
          </a:prstGeom>
          <a:noFill/>
        </p:spPr>
        <p:txBody>
          <a:bodyPr wrap="square" lIns="0" tIns="0" rIns="0" bIns="0" anchor="t">
            <a:spAutoFit/>
          </a:bodyPr>
          <a:lstStyle/>
          <a:p>
            <a:pPr algn="ctr"/>
            <a:r>
              <a:rPr sz="1100" b="0">
                <a:solidFill>
                  <a:schemeClr val="dk2"/>
                </a:solidFill>
              </a:rPr>
              <a:t>read + failover</a:t>
            </a:r>
          </a:p>
        </p:txBody>
      </p:sp>
      <p:cxnSp>
        <p:nvCxnSpPr>
          <p:cNvPr id="34" name="Connector 33"/>
          <p:cNvCxnSpPr/>
          <p:nvPr/>
        </p:nvCxnSpPr>
        <p:spPr>
          <a:xfrm>
            <a:off x="9886932" y="3080000"/>
            <a:ext cx="0" cy="280000"/>
          </a:xfrm>
          <a:prstGeom prst="line">
            <a:avLst/>
          </a:prstGeom>
          <a:ln w="1587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Google Shape;204;p8">
            <a:extLst>
              <a:ext uri="{FF2B5EF4-FFF2-40B4-BE49-F238E27FC236}">
                <a16:creationId xmlns:a16="http://schemas.microsoft.com/office/drawing/2014/main" id="{5E68F1E1-E9C7-D971-E78B-5BDB3944736F}"/>
              </a:ext>
            </a:extLst>
          </p:cNvPr>
          <p:cNvSpPr txBox="1">
            <a:spLocks/>
          </p:cNvSpPr>
          <p:nvPr/>
        </p:nvSpPr>
        <p:spPr>
          <a:xfrm>
            <a:off x="762000" y="552419"/>
            <a:ext cx="11062800" cy="44319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lt1"/>
              </a:buClr>
              <a:buSzPts val="3200"/>
              <a:buFont typeface="Play"/>
              <a:buNone/>
              <a:defRPr sz="3200" b="1" i="0" u="none" strike="noStrike" cap="none">
                <a:solidFill>
                  <a:schemeClr val="lt1"/>
                </a:solidFill>
                <a:latin typeface="Play"/>
                <a:ea typeface="Play"/>
                <a:cs typeface="Play"/>
                <a:sym typeface="Play"/>
              </a:defRPr>
            </a:lvl1pPr>
            <a:lvl2pPr marR="0" lvl="1"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9pPr>
          </a:lstStyle>
          <a:p>
            <a:r>
              <a:rPr lang="en-US" dirty="0">
                <a:solidFill>
                  <a:schemeClr val="tx1"/>
                </a:solidFill>
              </a:rPr>
              <a:t>Valkey Cluster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CLUSTER SETSLOT</a:t>
            </a:r>
          </a:p>
        </p:txBody>
      </p:sp>
      <p:sp>
        <p:nvSpPr>
          <p:cNvPr id="3" name="TextBox 2"/>
          <p:cNvSpPr txBox="1"/>
          <p:nvPr/>
        </p:nvSpPr>
        <p:spPr>
          <a:xfrm>
            <a:off x="609600" y="1450000"/>
            <a:ext cx="10972800" cy="340000"/>
          </a:xfrm>
          <a:prstGeom prst="rect">
            <a:avLst/>
          </a:prstGeom>
          <a:noFill/>
        </p:spPr>
        <p:txBody>
          <a:bodyPr wrap="square" lIns="0" tIns="0" rIns="0" bIns="0" anchor="t">
            <a:spAutoFit/>
          </a:bodyPr>
          <a:lstStyle/>
          <a:p>
            <a:pPr algn="ctr"/>
            <a:r>
              <a:rPr sz="1400" b="1">
                <a:solidFill>
                  <a:schemeClr val="accent1"/>
                </a:solidFill>
              </a:rPr>
              <a:t>slot 5461</a:t>
            </a:r>
          </a:p>
        </p:txBody>
      </p:sp>
      <p:sp>
        <p:nvSpPr>
          <p:cNvPr id="4" name="Rectangle 3"/>
          <p:cNvSpPr/>
          <p:nvPr/>
        </p:nvSpPr>
        <p:spPr>
          <a:xfrm>
            <a:off x="1300000" y="2150000"/>
            <a:ext cx="3200000" cy="115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1300000" y="2150000"/>
            <a:ext cx="3200000"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300000" y="2425000"/>
            <a:ext cx="3200000" cy="300000"/>
          </a:xfrm>
          <a:prstGeom prst="rect">
            <a:avLst/>
          </a:prstGeom>
          <a:noFill/>
        </p:spPr>
        <p:txBody>
          <a:bodyPr wrap="square" lIns="0" tIns="0" rIns="0" bIns="0" anchor="t">
            <a:spAutoFit/>
          </a:bodyPr>
          <a:lstStyle/>
          <a:p>
            <a:pPr algn="ctr"/>
            <a:r>
              <a:rPr sz="1600" b="1">
                <a:solidFill>
                  <a:schemeClr val="dk1"/>
                </a:solidFill>
              </a:rPr>
              <a:t>Shard 1</a:t>
            </a:r>
          </a:p>
        </p:txBody>
      </p:sp>
      <p:sp>
        <p:nvSpPr>
          <p:cNvPr id="7" name="TextBox 6"/>
          <p:cNvSpPr txBox="1"/>
          <p:nvPr/>
        </p:nvSpPr>
        <p:spPr>
          <a:xfrm>
            <a:off x="1300000" y="2745000"/>
            <a:ext cx="3200000" cy="260000"/>
          </a:xfrm>
          <a:prstGeom prst="rect">
            <a:avLst/>
          </a:prstGeom>
          <a:noFill/>
        </p:spPr>
        <p:txBody>
          <a:bodyPr wrap="square" lIns="0" tIns="0" rIns="0" bIns="0" anchor="t">
            <a:spAutoFit/>
          </a:bodyPr>
          <a:lstStyle/>
          <a:p>
            <a:pPr algn="ctr"/>
            <a:r>
              <a:rPr sz="1100" b="0">
                <a:solidFill>
                  <a:schemeClr val="dk2"/>
                </a:solidFill>
              </a:rPr>
              <a:t>source</a:t>
            </a:r>
          </a:p>
        </p:txBody>
      </p:sp>
      <p:sp>
        <p:nvSpPr>
          <p:cNvPr id="8" name="Rectangle 7"/>
          <p:cNvSpPr/>
          <p:nvPr/>
        </p:nvSpPr>
        <p:spPr>
          <a:xfrm>
            <a:off x="7692000" y="2150000"/>
            <a:ext cx="3200000" cy="115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7692000" y="2150000"/>
            <a:ext cx="3200000"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692000" y="2425000"/>
            <a:ext cx="3200000" cy="300000"/>
          </a:xfrm>
          <a:prstGeom prst="rect">
            <a:avLst/>
          </a:prstGeom>
          <a:noFill/>
        </p:spPr>
        <p:txBody>
          <a:bodyPr wrap="square" lIns="0" tIns="0" rIns="0" bIns="0" anchor="t">
            <a:spAutoFit/>
          </a:bodyPr>
          <a:lstStyle/>
          <a:p>
            <a:pPr algn="ctr"/>
            <a:r>
              <a:rPr sz="1600" b="1">
                <a:solidFill>
                  <a:schemeClr val="dk1"/>
                </a:solidFill>
              </a:rPr>
              <a:t>Shard 2</a:t>
            </a:r>
          </a:p>
        </p:txBody>
      </p:sp>
      <p:sp>
        <p:nvSpPr>
          <p:cNvPr id="11" name="TextBox 10"/>
          <p:cNvSpPr txBox="1"/>
          <p:nvPr/>
        </p:nvSpPr>
        <p:spPr>
          <a:xfrm>
            <a:off x="7692000" y="2745000"/>
            <a:ext cx="3200000" cy="260000"/>
          </a:xfrm>
          <a:prstGeom prst="rect">
            <a:avLst/>
          </a:prstGeom>
          <a:noFill/>
        </p:spPr>
        <p:txBody>
          <a:bodyPr wrap="square" lIns="0" tIns="0" rIns="0" bIns="0" anchor="t">
            <a:spAutoFit/>
          </a:bodyPr>
          <a:lstStyle/>
          <a:p>
            <a:pPr algn="ctr"/>
            <a:r>
              <a:rPr sz="1100" b="0">
                <a:solidFill>
                  <a:schemeClr val="dk2"/>
                </a:solidFill>
              </a:rPr>
              <a:t>target</a:t>
            </a:r>
          </a:p>
        </p:txBody>
      </p:sp>
      <p:sp>
        <p:nvSpPr>
          <p:cNvPr id="12" name="Rectangle 11"/>
          <p:cNvSpPr/>
          <p:nvPr/>
        </p:nvSpPr>
        <p:spPr>
          <a:xfrm>
            <a:off x="1300000" y="3460000"/>
            <a:ext cx="3200000" cy="40000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300000" y="3460000"/>
            <a:ext cx="3200000" cy="400000"/>
          </a:xfrm>
          <a:prstGeom prst="rect">
            <a:avLst/>
          </a:prstGeom>
          <a:noFill/>
        </p:spPr>
        <p:txBody>
          <a:bodyPr wrap="square" lIns="0" tIns="0" rIns="0" bIns="0" anchor="ctr">
            <a:spAutoFit/>
          </a:bodyPr>
          <a:lstStyle/>
          <a:p>
            <a:pPr algn="ctr"/>
            <a:r>
              <a:rPr sz="1200" b="1">
                <a:solidFill>
                  <a:schemeClr val="lt1"/>
                </a:solidFill>
              </a:rPr>
              <a:t>MIGRATING</a:t>
            </a:r>
          </a:p>
        </p:txBody>
      </p:sp>
      <p:sp>
        <p:nvSpPr>
          <p:cNvPr id="14" name="Rectangle 13"/>
          <p:cNvSpPr/>
          <p:nvPr/>
        </p:nvSpPr>
        <p:spPr>
          <a:xfrm>
            <a:off x="7692000" y="3460000"/>
            <a:ext cx="3200000" cy="40000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692000" y="3460000"/>
            <a:ext cx="3200000" cy="400000"/>
          </a:xfrm>
          <a:prstGeom prst="rect">
            <a:avLst/>
          </a:prstGeom>
          <a:noFill/>
        </p:spPr>
        <p:txBody>
          <a:bodyPr wrap="square" lIns="0" tIns="0" rIns="0" bIns="0" anchor="ctr">
            <a:spAutoFit/>
          </a:bodyPr>
          <a:lstStyle/>
          <a:p>
            <a:pPr algn="ctr"/>
            <a:r>
              <a:rPr sz="1200" b="1">
                <a:solidFill>
                  <a:schemeClr val="lt1"/>
                </a:solidFill>
              </a:rPr>
              <a:t>IMPORTING</a:t>
            </a:r>
          </a:p>
        </p:txBody>
      </p:sp>
      <p:cxnSp>
        <p:nvCxnSpPr>
          <p:cNvPr id="16" name="Connector 15"/>
          <p:cNvCxnSpPr/>
          <p:nvPr/>
        </p:nvCxnSpPr>
        <p:spPr>
          <a:xfrm>
            <a:off x="4640000" y="2725000"/>
            <a:ext cx="2912000" cy="0"/>
          </a:xfrm>
          <a:prstGeom prst="line">
            <a:avLst/>
          </a:prstGeom>
          <a:ln w="19050">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640000" y="2285000"/>
            <a:ext cx="2912000" cy="400000"/>
          </a:xfrm>
          <a:prstGeom prst="rect">
            <a:avLst/>
          </a:prstGeom>
          <a:noFill/>
        </p:spPr>
        <p:txBody>
          <a:bodyPr wrap="square" lIns="0" tIns="0" rIns="0" bIns="0" anchor="t">
            <a:spAutoFit/>
          </a:bodyPr>
          <a:lstStyle/>
          <a:p>
            <a:pPr algn="ctr"/>
            <a:r>
              <a:rPr sz="1200" b="0">
                <a:solidFill>
                  <a:schemeClr val="dk2"/>
                </a:solidFill>
              </a:rPr>
              <a:t>one key per MIGRATE, clients follow -ASK</a:t>
            </a:r>
          </a:p>
        </p:txBody>
      </p:sp>
      <p:sp>
        <p:nvSpPr>
          <p:cNvPr id="18" name="Rectangle 17"/>
          <p:cNvSpPr/>
          <p:nvPr/>
        </p:nvSpPr>
        <p:spPr>
          <a:xfrm>
            <a:off x="609600" y="5000000"/>
            <a:ext cx="2518200" cy="4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09600" y="5000000"/>
            <a:ext cx="2518200" cy="400000"/>
          </a:xfrm>
          <a:prstGeom prst="rect">
            <a:avLst/>
          </a:prstGeom>
          <a:noFill/>
        </p:spPr>
        <p:txBody>
          <a:bodyPr wrap="square" lIns="0" tIns="0" rIns="0" bIns="0" anchor="ctr">
            <a:spAutoFit/>
          </a:bodyPr>
          <a:lstStyle/>
          <a:p>
            <a:pPr algn="ctr"/>
            <a:r>
              <a:rPr sz="1100" b="0">
                <a:solidFill>
                  <a:schemeClr val="dk2"/>
                </a:solidFill>
              </a:rPr>
              <a:t>SETSLOT IMPORTING</a:t>
            </a:r>
          </a:p>
        </p:txBody>
      </p:sp>
      <p:cxnSp>
        <p:nvCxnSpPr>
          <p:cNvPr id="20" name="Connector 19"/>
          <p:cNvCxnSpPr/>
          <p:nvPr/>
        </p:nvCxnSpPr>
        <p:spPr>
          <a:xfrm>
            <a:off x="3187800" y="5200000"/>
            <a:ext cx="180000" cy="0"/>
          </a:xfrm>
          <a:prstGeom prst="line">
            <a:avLst/>
          </a:prstGeom>
          <a:ln w="1270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3427800" y="5000000"/>
            <a:ext cx="2518200" cy="4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3427800" y="5000000"/>
            <a:ext cx="2518200" cy="400000"/>
          </a:xfrm>
          <a:prstGeom prst="rect">
            <a:avLst/>
          </a:prstGeom>
          <a:noFill/>
        </p:spPr>
        <p:txBody>
          <a:bodyPr wrap="square" lIns="0" tIns="0" rIns="0" bIns="0" anchor="ctr">
            <a:spAutoFit/>
          </a:bodyPr>
          <a:lstStyle/>
          <a:p>
            <a:pPr algn="ctr"/>
            <a:r>
              <a:rPr sz="1100" b="0">
                <a:solidFill>
                  <a:schemeClr val="dk2"/>
                </a:solidFill>
              </a:rPr>
              <a:t>SETSLOT MIGRATING</a:t>
            </a:r>
          </a:p>
        </p:txBody>
      </p:sp>
      <p:cxnSp>
        <p:nvCxnSpPr>
          <p:cNvPr id="23" name="Connector 22"/>
          <p:cNvCxnSpPr/>
          <p:nvPr/>
        </p:nvCxnSpPr>
        <p:spPr>
          <a:xfrm>
            <a:off x="6006000" y="5200000"/>
            <a:ext cx="180000" cy="0"/>
          </a:xfrm>
          <a:prstGeom prst="line">
            <a:avLst/>
          </a:prstGeom>
          <a:ln w="1270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6246000" y="5000000"/>
            <a:ext cx="2518200" cy="40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246000" y="5000000"/>
            <a:ext cx="2518200" cy="400000"/>
          </a:xfrm>
          <a:prstGeom prst="rect">
            <a:avLst/>
          </a:prstGeom>
          <a:noFill/>
        </p:spPr>
        <p:txBody>
          <a:bodyPr wrap="square" lIns="0" tIns="0" rIns="0" bIns="0" anchor="ctr">
            <a:spAutoFit/>
          </a:bodyPr>
          <a:lstStyle/>
          <a:p>
            <a:pPr algn="ctr"/>
            <a:r>
              <a:rPr sz="1100" b="1">
                <a:solidFill>
                  <a:schemeClr val="lt1"/>
                </a:solidFill>
              </a:rPr>
              <a:t>GETKEYSINSLOT + MIGRATE</a:t>
            </a:r>
          </a:p>
        </p:txBody>
      </p:sp>
      <p:cxnSp>
        <p:nvCxnSpPr>
          <p:cNvPr id="26" name="Connector 25"/>
          <p:cNvCxnSpPr/>
          <p:nvPr/>
        </p:nvCxnSpPr>
        <p:spPr>
          <a:xfrm>
            <a:off x="8824200" y="5200000"/>
            <a:ext cx="180000" cy="0"/>
          </a:xfrm>
          <a:prstGeom prst="line">
            <a:avLst/>
          </a:prstGeom>
          <a:ln w="1270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9064200" y="5000000"/>
            <a:ext cx="2518200" cy="4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9064200" y="5000000"/>
            <a:ext cx="2518200" cy="400000"/>
          </a:xfrm>
          <a:prstGeom prst="rect">
            <a:avLst/>
          </a:prstGeom>
          <a:noFill/>
        </p:spPr>
        <p:txBody>
          <a:bodyPr wrap="square" lIns="0" tIns="0" rIns="0" bIns="0" anchor="ctr">
            <a:spAutoFit/>
          </a:bodyPr>
          <a:lstStyle/>
          <a:p>
            <a:pPr algn="ctr"/>
            <a:r>
              <a:rPr sz="1100" b="0">
                <a:solidFill>
                  <a:schemeClr val="dk2"/>
                </a:solidFill>
              </a:rPr>
              <a:t>SETSLOT NODE</a:t>
            </a:r>
          </a:p>
        </p:txBody>
      </p:sp>
      <p:sp>
        <p:nvSpPr>
          <p:cNvPr id="29" name="Google Shape;204;p8">
            <a:extLst>
              <a:ext uri="{FF2B5EF4-FFF2-40B4-BE49-F238E27FC236}">
                <a16:creationId xmlns:a16="http://schemas.microsoft.com/office/drawing/2014/main" id="{B9BC9DE3-C0BB-EE41-1CBE-97C779CD996A}"/>
              </a:ext>
            </a:extLst>
          </p:cNvPr>
          <p:cNvSpPr txBox="1">
            <a:spLocks/>
          </p:cNvSpPr>
          <p:nvPr/>
        </p:nvSpPr>
        <p:spPr>
          <a:xfrm>
            <a:off x="762000" y="552419"/>
            <a:ext cx="11062800" cy="44319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lt1"/>
              </a:buClr>
              <a:buSzPts val="3200"/>
              <a:buFont typeface="Play"/>
              <a:buNone/>
              <a:defRPr sz="3200" b="1" i="0" u="none" strike="noStrike" cap="none">
                <a:solidFill>
                  <a:schemeClr val="lt1"/>
                </a:solidFill>
                <a:latin typeface="Play"/>
                <a:ea typeface="Play"/>
                <a:cs typeface="Play"/>
                <a:sym typeface="Play"/>
              </a:defRPr>
            </a:lvl1pPr>
            <a:lvl2pPr marR="0" lvl="1"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9pPr>
          </a:lstStyle>
          <a:p>
            <a:r>
              <a:rPr lang="en-US" dirty="0">
                <a:solidFill>
                  <a:schemeClr val="tx1"/>
                </a:solidFill>
              </a:rPr>
              <a:t>Legacy slot migration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CLUSTER SETSLOT STABLE</a:t>
            </a:r>
          </a:p>
        </p:txBody>
      </p:sp>
      <p:sp>
        <p:nvSpPr>
          <p:cNvPr id="3" name="TextBox 2"/>
          <p:cNvSpPr txBox="1"/>
          <p:nvPr/>
        </p:nvSpPr>
        <p:spPr>
          <a:xfrm>
            <a:off x="609600" y="1450000"/>
            <a:ext cx="10972800" cy="340000"/>
          </a:xfrm>
          <a:prstGeom prst="rect">
            <a:avLst/>
          </a:prstGeom>
          <a:noFill/>
        </p:spPr>
        <p:txBody>
          <a:bodyPr wrap="square" lIns="0" tIns="0" rIns="0" bIns="0" anchor="t">
            <a:spAutoFit/>
          </a:bodyPr>
          <a:lstStyle/>
          <a:p>
            <a:pPr algn="ctr"/>
            <a:r>
              <a:rPr sz="1400" b="1">
                <a:solidFill>
                  <a:schemeClr val="accent1"/>
                </a:solidFill>
              </a:rPr>
              <a:t>slot 5461</a:t>
            </a:r>
          </a:p>
        </p:txBody>
      </p:sp>
      <p:sp>
        <p:nvSpPr>
          <p:cNvPr id="4" name="Rectangle 3"/>
          <p:cNvSpPr/>
          <p:nvPr/>
        </p:nvSpPr>
        <p:spPr>
          <a:xfrm>
            <a:off x="1300000" y="2150000"/>
            <a:ext cx="3200000" cy="115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1300000" y="2150000"/>
            <a:ext cx="3200000"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300000" y="2425000"/>
            <a:ext cx="3200000" cy="300000"/>
          </a:xfrm>
          <a:prstGeom prst="rect">
            <a:avLst/>
          </a:prstGeom>
          <a:noFill/>
        </p:spPr>
        <p:txBody>
          <a:bodyPr wrap="square" lIns="0" tIns="0" rIns="0" bIns="0" anchor="t">
            <a:spAutoFit/>
          </a:bodyPr>
          <a:lstStyle/>
          <a:p>
            <a:pPr algn="ctr"/>
            <a:r>
              <a:rPr sz="1600" b="1">
                <a:solidFill>
                  <a:schemeClr val="dk1"/>
                </a:solidFill>
              </a:rPr>
              <a:t>Shard 1</a:t>
            </a:r>
          </a:p>
        </p:txBody>
      </p:sp>
      <p:sp>
        <p:nvSpPr>
          <p:cNvPr id="7" name="TextBox 6"/>
          <p:cNvSpPr txBox="1"/>
          <p:nvPr/>
        </p:nvSpPr>
        <p:spPr>
          <a:xfrm>
            <a:off x="1300000" y="2745000"/>
            <a:ext cx="3200000" cy="260000"/>
          </a:xfrm>
          <a:prstGeom prst="rect">
            <a:avLst/>
          </a:prstGeom>
          <a:noFill/>
        </p:spPr>
        <p:txBody>
          <a:bodyPr wrap="square" lIns="0" tIns="0" rIns="0" bIns="0" anchor="t">
            <a:spAutoFit/>
          </a:bodyPr>
          <a:lstStyle/>
          <a:p>
            <a:pPr algn="ctr"/>
            <a:r>
              <a:rPr sz="1100" b="0">
                <a:solidFill>
                  <a:schemeClr val="dk2"/>
                </a:solidFill>
              </a:rPr>
              <a:t>source</a:t>
            </a:r>
          </a:p>
        </p:txBody>
      </p:sp>
      <p:sp>
        <p:nvSpPr>
          <p:cNvPr id="8" name="Rectangle 7"/>
          <p:cNvSpPr/>
          <p:nvPr/>
        </p:nvSpPr>
        <p:spPr>
          <a:xfrm>
            <a:off x="7692000" y="2150000"/>
            <a:ext cx="3200000" cy="115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7692000" y="2150000"/>
            <a:ext cx="3200000"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692000" y="2425000"/>
            <a:ext cx="3200000" cy="300000"/>
          </a:xfrm>
          <a:prstGeom prst="rect">
            <a:avLst/>
          </a:prstGeom>
          <a:noFill/>
        </p:spPr>
        <p:txBody>
          <a:bodyPr wrap="square" lIns="0" tIns="0" rIns="0" bIns="0" anchor="t">
            <a:spAutoFit/>
          </a:bodyPr>
          <a:lstStyle/>
          <a:p>
            <a:pPr algn="ctr"/>
            <a:r>
              <a:rPr sz="1600" b="1">
                <a:solidFill>
                  <a:schemeClr val="dk1"/>
                </a:solidFill>
              </a:rPr>
              <a:t>Shard 2</a:t>
            </a:r>
          </a:p>
        </p:txBody>
      </p:sp>
      <p:sp>
        <p:nvSpPr>
          <p:cNvPr id="11" name="TextBox 10"/>
          <p:cNvSpPr txBox="1"/>
          <p:nvPr/>
        </p:nvSpPr>
        <p:spPr>
          <a:xfrm>
            <a:off x="7692000" y="2745000"/>
            <a:ext cx="3200000" cy="260000"/>
          </a:xfrm>
          <a:prstGeom prst="rect">
            <a:avLst/>
          </a:prstGeom>
          <a:noFill/>
        </p:spPr>
        <p:txBody>
          <a:bodyPr wrap="square" lIns="0" tIns="0" rIns="0" bIns="0" anchor="t">
            <a:spAutoFit/>
          </a:bodyPr>
          <a:lstStyle/>
          <a:p>
            <a:pPr algn="ctr"/>
            <a:r>
              <a:rPr sz="1100" b="0">
                <a:solidFill>
                  <a:schemeClr val="dk2"/>
                </a:solidFill>
              </a:rPr>
              <a:t>target</a:t>
            </a:r>
          </a:p>
        </p:txBody>
      </p:sp>
      <p:sp>
        <p:nvSpPr>
          <p:cNvPr id="12" name="Rectangle 11"/>
          <p:cNvSpPr/>
          <p:nvPr/>
        </p:nvSpPr>
        <p:spPr>
          <a:xfrm>
            <a:off x="1300000" y="3460000"/>
            <a:ext cx="3200000" cy="40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300000" y="3460000"/>
            <a:ext cx="3200000" cy="400000"/>
          </a:xfrm>
          <a:prstGeom prst="rect">
            <a:avLst/>
          </a:prstGeom>
          <a:noFill/>
        </p:spPr>
        <p:txBody>
          <a:bodyPr wrap="square" lIns="0" tIns="0" rIns="0" bIns="0" anchor="ctr">
            <a:spAutoFit/>
          </a:bodyPr>
          <a:lstStyle/>
          <a:p>
            <a:pPr algn="ctr"/>
            <a:r>
              <a:rPr sz="1200" b="1">
                <a:solidFill>
                  <a:schemeClr val="lt1"/>
                </a:solidFill>
              </a:rPr>
              <a:t>still owns the slot</a:t>
            </a:r>
          </a:p>
        </p:txBody>
      </p:sp>
      <p:sp>
        <p:nvSpPr>
          <p:cNvPr id="14" name="Rectangle 13"/>
          <p:cNvSpPr/>
          <p:nvPr/>
        </p:nvSpPr>
        <p:spPr>
          <a:xfrm>
            <a:off x="7692000" y="3460000"/>
            <a:ext cx="3200000" cy="400000"/>
          </a:xfrm>
          <a:prstGeom prst="rect">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692000" y="3460000"/>
            <a:ext cx="3200000" cy="400000"/>
          </a:xfrm>
          <a:prstGeom prst="rect">
            <a:avLst/>
          </a:prstGeom>
          <a:noFill/>
        </p:spPr>
        <p:txBody>
          <a:bodyPr wrap="square" lIns="0" tIns="0" rIns="0" bIns="0" anchor="ctr">
            <a:spAutoFit/>
          </a:bodyPr>
          <a:lstStyle/>
          <a:p>
            <a:pPr algn="ctr"/>
            <a:r>
              <a:rPr sz="1200" b="1">
                <a:solidFill>
                  <a:schemeClr val="lt1"/>
                </a:solidFill>
              </a:rPr>
              <a:t>holds keys it does not own</a:t>
            </a:r>
          </a:p>
        </p:txBody>
      </p:sp>
      <p:cxnSp>
        <p:nvCxnSpPr>
          <p:cNvPr id="16" name="Connector 15"/>
          <p:cNvCxnSpPr/>
          <p:nvPr/>
        </p:nvCxnSpPr>
        <p:spPr>
          <a:xfrm flipH="1">
            <a:off x="4640000" y="2725000"/>
            <a:ext cx="2912000" cy="0"/>
          </a:xfrm>
          <a:prstGeom prst="line">
            <a:avLst/>
          </a:prstGeom>
          <a:ln w="19050">
            <a:solidFill>
              <a:schemeClr val="accent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640000" y="2285000"/>
            <a:ext cx="2912000" cy="400000"/>
          </a:xfrm>
          <a:prstGeom prst="rect">
            <a:avLst/>
          </a:prstGeom>
          <a:noFill/>
        </p:spPr>
        <p:txBody>
          <a:bodyPr wrap="square" lIns="0" tIns="0" rIns="0" bIns="0" anchor="t">
            <a:spAutoFit/>
          </a:bodyPr>
          <a:lstStyle/>
          <a:p>
            <a:pPr algn="ctr"/>
            <a:r>
              <a:rPr sz="1200" b="0">
                <a:solidFill>
                  <a:schemeClr val="dk2"/>
                </a:solidFill>
              </a:rPr>
              <a:t>keys must be moved back by hand</a:t>
            </a:r>
          </a:p>
        </p:txBody>
      </p:sp>
      <p:sp>
        <p:nvSpPr>
          <p:cNvPr id="18" name="Rectangle 17"/>
          <p:cNvSpPr/>
          <p:nvPr/>
        </p:nvSpPr>
        <p:spPr>
          <a:xfrm>
            <a:off x="609600" y="5000000"/>
            <a:ext cx="2518200" cy="4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09600" y="5000000"/>
            <a:ext cx="2518200" cy="400000"/>
          </a:xfrm>
          <a:prstGeom prst="rect">
            <a:avLst/>
          </a:prstGeom>
          <a:noFill/>
        </p:spPr>
        <p:txBody>
          <a:bodyPr wrap="square" lIns="0" tIns="0" rIns="0" bIns="0" anchor="ctr">
            <a:spAutoFit/>
          </a:bodyPr>
          <a:lstStyle/>
          <a:p>
            <a:pPr algn="ctr"/>
            <a:r>
              <a:rPr sz="1100" b="0">
                <a:solidFill>
                  <a:schemeClr val="dk2"/>
                </a:solidFill>
              </a:rPr>
              <a:t>SETSLOT IMPORTING</a:t>
            </a:r>
          </a:p>
        </p:txBody>
      </p:sp>
      <p:cxnSp>
        <p:nvCxnSpPr>
          <p:cNvPr id="20" name="Connector 19"/>
          <p:cNvCxnSpPr/>
          <p:nvPr/>
        </p:nvCxnSpPr>
        <p:spPr>
          <a:xfrm>
            <a:off x="3187800" y="5200000"/>
            <a:ext cx="180000" cy="0"/>
          </a:xfrm>
          <a:prstGeom prst="line">
            <a:avLst/>
          </a:prstGeom>
          <a:ln w="1270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3427800" y="5000000"/>
            <a:ext cx="2518200" cy="4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3427800" y="5000000"/>
            <a:ext cx="2518200" cy="400000"/>
          </a:xfrm>
          <a:prstGeom prst="rect">
            <a:avLst/>
          </a:prstGeom>
          <a:noFill/>
        </p:spPr>
        <p:txBody>
          <a:bodyPr wrap="square" lIns="0" tIns="0" rIns="0" bIns="0" anchor="ctr">
            <a:spAutoFit/>
          </a:bodyPr>
          <a:lstStyle/>
          <a:p>
            <a:pPr algn="ctr"/>
            <a:r>
              <a:rPr sz="1100" b="0">
                <a:solidFill>
                  <a:schemeClr val="dk2"/>
                </a:solidFill>
              </a:rPr>
              <a:t>SETSLOT MIGRATING</a:t>
            </a:r>
          </a:p>
        </p:txBody>
      </p:sp>
      <p:cxnSp>
        <p:nvCxnSpPr>
          <p:cNvPr id="23" name="Connector 22"/>
          <p:cNvCxnSpPr/>
          <p:nvPr/>
        </p:nvCxnSpPr>
        <p:spPr>
          <a:xfrm>
            <a:off x="6006000" y="5200000"/>
            <a:ext cx="180000" cy="0"/>
          </a:xfrm>
          <a:prstGeom prst="line">
            <a:avLst/>
          </a:prstGeom>
          <a:ln w="1270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6246000" y="5000000"/>
            <a:ext cx="2518200" cy="400000"/>
          </a:xfrm>
          <a:prstGeom prst="rect">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246000" y="5000000"/>
            <a:ext cx="2518200" cy="400000"/>
          </a:xfrm>
          <a:prstGeom prst="rect">
            <a:avLst/>
          </a:prstGeom>
          <a:noFill/>
        </p:spPr>
        <p:txBody>
          <a:bodyPr wrap="square" lIns="0" tIns="0" rIns="0" bIns="0" anchor="ctr">
            <a:spAutoFit/>
          </a:bodyPr>
          <a:lstStyle/>
          <a:p>
            <a:pPr algn="ctr"/>
            <a:r>
              <a:rPr sz="1100" b="1">
                <a:solidFill>
                  <a:schemeClr val="lt1"/>
                </a:solidFill>
              </a:rPr>
              <a:t>GETKEYSINSLOT + MIGRATE</a:t>
            </a:r>
          </a:p>
        </p:txBody>
      </p:sp>
      <p:cxnSp>
        <p:nvCxnSpPr>
          <p:cNvPr id="26" name="Connector 25"/>
          <p:cNvCxnSpPr/>
          <p:nvPr/>
        </p:nvCxnSpPr>
        <p:spPr>
          <a:xfrm>
            <a:off x="8824200" y="5200000"/>
            <a:ext cx="180000" cy="0"/>
          </a:xfrm>
          <a:prstGeom prst="line">
            <a:avLst/>
          </a:prstGeom>
          <a:ln w="1270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9064200" y="5000000"/>
            <a:ext cx="2518200" cy="4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9064200" y="5000000"/>
            <a:ext cx="2518200" cy="400000"/>
          </a:xfrm>
          <a:prstGeom prst="rect">
            <a:avLst/>
          </a:prstGeom>
          <a:noFill/>
        </p:spPr>
        <p:txBody>
          <a:bodyPr wrap="square" lIns="0" tIns="0" rIns="0" bIns="0" anchor="ctr">
            <a:spAutoFit/>
          </a:bodyPr>
          <a:lstStyle/>
          <a:p>
            <a:pPr algn="ctr"/>
            <a:r>
              <a:rPr sz="1100" b="0">
                <a:solidFill>
                  <a:schemeClr val="dk2"/>
                </a:solidFill>
              </a:rPr>
              <a:t>SETSLOT NODE</a:t>
            </a:r>
          </a:p>
        </p:txBody>
      </p:sp>
      <p:sp>
        <p:nvSpPr>
          <p:cNvPr id="29" name="Google Shape;204;p8">
            <a:extLst>
              <a:ext uri="{FF2B5EF4-FFF2-40B4-BE49-F238E27FC236}">
                <a16:creationId xmlns:a16="http://schemas.microsoft.com/office/drawing/2014/main" id="{A0F270CC-BECF-8D0B-07A2-ADA810814F35}"/>
              </a:ext>
            </a:extLst>
          </p:cNvPr>
          <p:cNvSpPr txBox="1">
            <a:spLocks/>
          </p:cNvSpPr>
          <p:nvPr/>
        </p:nvSpPr>
        <p:spPr>
          <a:xfrm>
            <a:off x="762000" y="552419"/>
            <a:ext cx="11062800" cy="44319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lt1"/>
              </a:buClr>
              <a:buSzPts val="3200"/>
              <a:buFont typeface="Play"/>
              <a:buNone/>
              <a:defRPr sz="3200" b="1" i="0" u="none" strike="noStrike" cap="none">
                <a:solidFill>
                  <a:schemeClr val="lt1"/>
                </a:solidFill>
                <a:latin typeface="Play"/>
                <a:ea typeface="Play"/>
                <a:cs typeface="Play"/>
                <a:sym typeface="Play"/>
              </a:defRPr>
            </a:lvl1pPr>
            <a:lvl2pPr marR="0" lvl="1"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9pPr>
          </a:lstStyle>
          <a:p>
            <a:r>
              <a:rPr lang="en-US" dirty="0">
                <a:solidFill>
                  <a:schemeClr val="tx1"/>
                </a:solidFill>
              </a:rPr>
              <a:t>Legacy slot migration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CLUSTER MIGRATESLOTS</a:t>
            </a:r>
          </a:p>
        </p:txBody>
      </p:sp>
      <p:sp>
        <p:nvSpPr>
          <p:cNvPr id="3" name="TextBox 2"/>
          <p:cNvSpPr txBox="1"/>
          <p:nvPr/>
        </p:nvSpPr>
        <p:spPr>
          <a:xfrm>
            <a:off x="609600" y="1450000"/>
            <a:ext cx="10972800" cy="340000"/>
          </a:xfrm>
          <a:prstGeom prst="rect">
            <a:avLst/>
          </a:prstGeom>
          <a:noFill/>
        </p:spPr>
        <p:txBody>
          <a:bodyPr wrap="square" lIns="0" tIns="0" rIns="0" bIns="0" anchor="t">
            <a:spAutoFit/>
          </a:bodyPr>
          <a:lstStyle/>
          <a:p>
            <a:pPr algn="ctr"/>
            <a:r>
              <a:rPr sz="1400" b="1">
                <a:solidFill>
                  <a:schemeClr val="accent1"/>
                </a:solidFill>
              </a:rPr>
              <a:t>slots 5461 – 10922</a:t>
            </a:r>
          </a:p>
        </p:txBody>
      </p:sp>
      <p:sp>
        <p:nvSpPr>
          <p:cNvPr id="4" name="Rectangle 3"/>
          <p:cNvSpPr/>
          <p:nvPr/>
        </p:nvSpPr>
        <p:spPr>
          <a:xfrm>
            <a:off x="1300000" y="2150000"/>
            <a:ext cx="3200000" cy="115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1300000" y="2150000"/>
            <a:ext cx="3200000"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300000" y="2425000"/>
            <a:ext cx="3200000" cy="300000"/>
          </a:xfrm>
          <a:prstGeom prst="rect">
            <a:avLst/>
          </a:prstGeom>
          <a:noFill/>
        </p:spPr>
        <p:txBody>
          <a:bodyPr wrap="square" lIns="0" tIns="0" rIns="0" bIns="0" anchor="t">
            <a:spAutoFit/>
          </a:bodyPr>
          <a:lstStyle/>
          <a:p>
            <a:pPr algn="ctr"/>
            <a:r>
              <a:rPr sz="1600" b="1">
                <a:solidFill>
                  <a:schemeClr val="dk1"/>
                </a:solidFill>
              </a:rPr>
              <a:t>Shard 1</a:t>
            </a:r>
          </a:p>
        </p:txBody>
      </p:sp>
      <p:sp>
        <p:nvSpPr>
          <p:cNvPr id="7" name="TextBox 6"/>
          <p:cNvSpPr txBox="1"/>
          <p:nvPr/>
        </p:nvSpPr>
        <p:spPr>
          <a:xfrm>
            <a:off x="1300000" y="2745000"/>
            <a:ext cx="3200000" cy="260000"/>
          </a:xfrm>
          <a:prstGeom prst="rect">
            <a:avLst/>
          </a:prstGeom>
          <a:noFill/>
        </p:spPr>
        <p:txBody>
          <a:bodyPr wrap="square" lIns="0" tIns="0" rIns="0" bIns="0" anchor="t">
            <a:spAutoFit/>
          </a:bodyPr>
          <a:lstStyle/>
          <a:p>
            <a:pPr algn="ctr"/>
            <a:r>
              <a:rPr sz="1100" b="0">
                <a:solidFill>
                  <a:schemeClr val="dk2"/>
                </a:solidFill>
              </a:rPr>
              <a:t>source</a:t>
            </a:r>
          </a:p>
        </p:txBody>
      </p:sp>
      <p:sp>
        <p:nvSpPr>
          <p:cNvPr id="8" name="Rectangle 7"/>
          <p:cNvSpPr/>
          <p:nvPr/>
        </p:nvSpPr>
        <p:spPr>
          <a:xfrm>
            <a:off x="7692000" y="2150000"/>
            <a:ext cx="3200000" cy="115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7692000" y="2150000"/>
            <a:ext cx="3200000"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692000" y="2425000"/>
            <a:ext cx="3200000" cy="300000"/>
          </a:xfrm>
          <a:prstGeom prst="rect">
            <a:avLst/>
          </a:prstGeom>
          <a:noFill/>
        </p:spPr>
        <p:txBody>
          <a:bodyPr wrap="square" lIns="0" tIns="0" rIns="0" bIns="0" anchor="t">
            <a:spAutoFit/>
          </a:bodyPr>
          <a:lstStyle/>
          <a:p>
            <a:pPr algn="ctr"/>
            <a:r>
              <a:rPr sz="1600" b="1">
                <a:solidFill>
                  <a:schemeClr val="dk1"/>
                </a:solidFill>
              </a:rPr>
              <a:t>Shard 2</a:t>
            </a:r>
          </a:p>
        </p:txBody>
      </p:sp>
      <p:sp>
        <p:nvSpPr>
          <p:cNvPr id="11" name="TextBox 10"/>
          <p:cNvSpPr txBox="1"/>
          <p:nvPr/>
        </p:nvSpPr>
        <p:spPr>
          <a:xfrm>
            <a:off x="7692000" y="2745000"/>
            <a:ext cx="3200000" cy="260000"/>
          </a:xfrm>
          <a:prstGeom prst="rect">
            <a:avLst/>
          </a:prstGeom>
          <a:noFill/>
        </p:spPr>
        <p:txBody>
          <a:bodyPr wrap="square" lIns="0" tIns="0" rIns="0" bIns="0" anchor="t">
            <a:spAutoFit/>
          </a:bodyPr>
          <a:lstStyle/>
          <a:p>
            <a:pPr algn="ctr"/>
            <a:r>
              <a:rPr sz="1100" b="0">
                <a:solidFill>
                  <a:schemeClr val="dk2"/>
                </a:solidFill>
              </a:rPr>
              <a:t>target</a:t>
            </a:r>
          </a:p>
        </p:txBody>
      </p:sp>
      <p:sp>
        <p:nvSpPr>
          <p:cNvPr id="12" name="Rectangle 11"/>
          <p:cNvSpPr/>
          <p:nvPr/>
        </p:nvSpPr>
        <p:spPr>
          <a:xfrm>
            <a:off x="1300000" y="3460000"/>
            <a:ext cx="3200000" cy="40000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300000" y="3460000"/>
            <a:ext cx="3200000" cy="400000"/>
          </a:xfrm>
          <a:prstGeom prst="rect">
            <a:avLst/>
          </a:prstGeom>
          <a:noFill/>
        </p:spPr>
        <p:txBody>
          <a:bodyPr wrap="square" lIns="0" tIns="0" rIns="0" bIns="0" anchor="ctr">
            <a:spAutoFit/>
          </a:bodyPr>
          <a:lstStyle/>
          <a:p>
            <a:pPr algn="ctr"/>
            <a:r>
              <a:rPr sz="1200" b="1">
                <a:solidFill>
                  <a:schemeClr val="lt1"/>
                </a:solidFill>
              </a:rPr>
              <a:t>still owns the slots</a:t>
            </a:r>
          </a:p>
        </p:txBody>
      </p:sp>
      <p:sp>
        <p:nvSpPr>
          <p:cNvPr id="14" name="Rectangle 13"/>
          <p:cNvSpPr/>
          <p:nvPr/>
        </p:nvSpPr>
        <p:spPr>
          <a:xfrm>
            <a:off x="7692000" y="3460000"/>
            <a:ext cx="3200000" cy="40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692000" y="3460000"/>
            <a:ext cx="3200000" cy="400000"/>
          </a:xfrm>
          <a:prstGeom prst="rect">
            <a:avLst/>
          </a:prstGeom>
          <a:noFill/>
        </p:spPr>
        <p:txBody>
          <a:bodyPr wrap="square" lIns="0" tIns="0" rIns="0" bIns="0" anchor="ctr">
            <a:spAutoFit/>
          </a:bodyPr>
          <a:lstStyle/>
          <a:p>
            <a:pPr algn="ctr"/>
            <a:r>
              <a:rPr sz="1200" b="1">
                <a:solidFill>
                  <a:schemeClr val="dk1"/>
                </a:solidFill>
              </a:rPr>
              <a:t>staging area created</a:t>
            </a:r>
          </a:p>
        </p:txBody>
      </p:sp>
      <p:cxnSp>
        <p:nvCxnSpPr>
          <p:cNvPr id="16" name="Connector 15"/>
          <p:cNvCxnSpPr/>
          <p:nvPr/>
        </p:nvCxnSpPr>
        <p:spPr>
          <a:xfrm>
            <a:off x="4640000" y="2725000"/>
            <a:ext cx="2912000" cy="0"/>
          </a:xfrm>
          <a:prstGeom prst="line">
            <a:avLst/>
          </a:prstGeom>
          <a:ln w="19050">
            <a:solidFill>
              <a:schemeClr val="accent1"/>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640000" y="2285000"/>
            <a:ext cx="2912000" cy="400000"/>
          </a:xfrm>
          <a:prstGeom prst="rect">
            <a:avLst/>
          </a:prstGeom>
          <a:noFill/>
        </p:spPr>
        <p:txBody>
          <a:bodyPr wrap="square" lIns="0" tIns="0" rIns="0" bIns="0" anchor="t">
            <a:spAutoFit/>
          </a:bodyPr>
          <a:lstStyle/>
          <a:p>
            <a:pPr algn="ctr"/>
            <a:r>
              <a:rPr sz="1200" b="0">
                <a:solidFill>
                  <a:schemeClr val="dk2"/>
                </a:solidFill>
              </a:rPr>
              <a:t>slot migration link established</a:t>
            </a:r>
          </a:p>
        </p:txBody>
      </p:sp>
      <p:sp>
        <p:nvSpPr>
          <p:cNvPr id="18" name="Rectangle 17"/>
          <p:cNvSpPr/>
          <p:nvPr/>
        </p:nvSpPr>
        <p:spPr>
          <a:xfrm>
            <a:off x="609600" y="5000000"/>
            <a:ext cx="2518200" cy="40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09600" y="5000000"/>
            <a:ext cx="2518200" cy="400000"/>
          </a:xfrm>
          <a:prstGeom prst="rect">
            <a:avLst/>
          </a:prstGeom>
          <a:noFill/>
        </p:spPr>
        <p:txBody>
          <a:bodyPr wrap="square" lIns="0" tIns="0" rIns="0" bIns="0" anchor="ctr">
            <a:spAutoFit/>
          </a:bodyPr>
          <a:lstStyle/>
          <a:p>
            <a:pPr algn="ctr"/>
            <a:r>
              <a:rPr sz="1100" b="1">
                <a:solidFill>
                  <a:schemeClr val="lt1"/>
                </a:solidFill>
              </a:rPr>
              <a:t>Initializing</a:t>
            </a:r>
          </a:p>
        </p:txBody>
      </p:sp>
      <p:cxnSp>
        <p:nvCxnSpPr>
          <p:cNvPr id="20" name="Connector 19"/>
          <p:cNvCxnSpPr/>
          <p:nvPr/>
        </p:nvCxnSpPr>
        <p:spPr>
          <a:xfrm>
            <a:off x="3187800" y="5200000"/>
            <a:ext cx="180000" cy="0"/>
          </a:xfrm>
          <a:prstGeom prst="line">
            <a:avLst/>
          </a:prstGeom>
          <a:ln w="1270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3427800" y="5000000"/>
            <a:ext cx="2518200" cy="4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3427800" y="5000000"/>
            <a:ext cx="2518200" cy="400000"/>
          </a:xfrm>
          <a:prstGeom prst="rect">
            <a:avLst/>
          </a:prstGeom>
          <a:noFill/>
        </p:spPr>
        <p:txBody>
          <a:bodyPr wrap="square" lIns="0" tIns="0" rIns="0" bIns="0" anchor="ctr">
            <a:spAutoFit/>
          </a:bodyPr>
          <a:lstStyle/>
          <a:p>
            <a:pPr algn="ctr"/>
            <a:r>
              <a:rPr sz="1100" b="0">
                <a:solidFill>
                  <a:schemeClr val="dk2"/>
                </a:solidFill>
              </a:rPr>
              <a:t>Snapshotting</a:t>
            </a:r>
          </a:p>
        </p:txBody>
      </p:sp>
      <p:cxnSp>
        <p:nvCxnSpPr>
          <p:cNvPr id="23" name="Connector 22"/>
          <p:cNvCxnSpPr/>
          <p:nvPr/>
        </p:nvCxnSpPr>
        <p:spPr>
          <a:xfrm>
            <a:off x="6006000" y="5200000"/>
            <a:ext cx="180000" cy="0"/>
          </a:xfrm>
          <a:prstGeom prst="line">
            <a:avLst/>
          </a:prstGeom>
          <a:ln w="1270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6246000" y="5000000"/>
            <a:ext cx="2518200" cy="4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246000" y="5000000"/>
            <a:ext cx="2518200" cy="400000"/>
          </a:xfrm>
          <a:prstGeom prst="rect">
            <a:avLst/>
          </a:prstGeom>
          <a:noFill/>
        </p:spPr>
        <p:txBody>
          <a:bodyPr wrap="square" lIns="0" tIns="0" rIns="0" bIns="0" anchor="ctr">
            <a:spAutoFit/>
          </a:bodyPr>
          <a:lstStyle/>
          <a:p>
            <a:pPr algn="ctr"/>
            <a:r>
              <a:rPr sz="1100" b="0">
                <a:solidFill>
                  <a:schemeClr val="dk2"/>
                </a:solidFill>
              </a:rPr>
              <a:t>Streaming changes</a:t>
            </a:r>
          </a:p>
        </p:txBody>
      </p:sp>
      <p:cxnSp>
        <p:nvCxnSpPr>
          <p:cNvPr id="26" name="Connector 25"/>
          <p:cNvCxnSpPr/>
          <p:nvPr/>
        </p:nvCxnSpPr>
        <p:spPr>
          <a:xfrm>
            <a:off x="8824200" y="5200000"/>
            <a:ext cx="180000" cy="0"/>
          </a:xfrm>
          <a:prstGeom prst="line">
            <a:avLst/>
          </a:prstGeom>
          <a:ln w="1270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9064200" y="5000000"/>
            <a:ext cx="2518200" cy="4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9064200" y="5000000"/>
            <a:ext cx="2518200" cy="400000"/>
          </a:xfrm>
          <a:prstGeom prst="rect">
            <a:avLst/>
          </a:prstGeom>
          <a:noFill/>
        </p:spPr>
        <p:txBody>
          <a:bodyPr wrap="square" lIns="0" tIns="0" rIns="0" bIns="0" anchor="ctr">
            <a:spAutoFit/>
          </a:bodyPr>
          <a:lstStyle/>
          <a:p>
            <a:pPr algn="ctr"/>
            <a:r>
              <a:rPr sz="1100" b="0">
                <a:solidFill>
                  <a:schemeClr val="dk2"/>
                </a:solidFill>
              </a:rPr>
              <a:t>Finalized</a:t>
            </a:r>
          </a:p>
        </p:txBody>
      </p:sp>
      <p:sp>
        <p:nvSpPr>
          <p:cNvPr id="29" name="Google Shape;204;p8">
            <a:extLst>
              <a:ext uri="{FF2B5EF4-FFF2-40B4-BE49-F238E27FC236}">
                <a16:creationId xmlns:a16="http://schemas.microsoft.com/office/drawing/2014/main" id="{DEEEB0BB-A2BD-DC44-3D8E-7B65C3E56463}"/>
              </a:ext>
            </a:extLst>
          </p:cNvPr>
          <p:cNvSpPr txBox="1">
            <a:spLocks/>
          </p:cNvSpPr>
          <p:nvPr/>
        </p:nvSpPr>
        <p:spPr>
          <a:xfrm>
            <a:off x="762000" y="552419"/>
            <a:ext cx="11062800" cy="44319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lt1"/>
              </a:buClr>
              <a:buSzPts val="3200"/>
              <a:buFont typeface="Play"/>
              <a:buNone/>
              <a:defRPr sz="3200" b="1" i="0" u="none" strike="noStrike" cap="none">
                <a:solidFill>
                  <a:schemeClr val="lt1"/>
                </a:solidFill>
                <a:latin typeface="Play"/>
                <a:ea typeface="Play"/>
                <a:cs typeface="Play"/>
                <a:sym typeface="Play"/>
              </a:defRPr>
            </a:lvl1pPr>
            <a:lvl2pPr marR="0" lvl="1"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9pPr>
          </a:lstStyle>
          <a:p>
            <a:r>
              <a:rPr lang="en-US" dirty="0">
                <a:solidFill>
                  <a:schemeClr val="tx1"/>
                </a:solidFill>
              </a:rPr>
              <a:t>Atomic slot migration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CLUSTER SYNCSLOTS</a:t>
            </a:r>
          </a:p>
        </p:txBody>
      </p:sp>
      <p:sp>
        <p:nvSpPr>
          <p:cNvPr id="3" name="TextBox 2"/>
          <p:cNvSpPr txBox="1"/>
          <p:nvPr/>
        </p:nvSpPr>
        <p:spPr>
          <a:xfrm>
            <a:off x="609600" y="1450000"/>
            <a:ext cx="10972800" cy="340000"/>
          </a:xfrm>
          <a:prstGeom prst="rect">
            <a:avLst/>
          </a:prstGeom>
          <a:noFill/>
        </p:spPr>
        <p:txBody>
          <a:bodyPr wrap="square" lIns="0" tIns="0" rIns="0" bIns="0" anchor="t">
            <a:spAutoFit/>
          </a:bodyPr>
          <a:lstStyle/>
          <a:p>
            <a:pPr algn="ctr"/>
            <a:r>
              <a:rPr sz="1400" b="1">
                <a:solidFill>
                  <a:schemeClr val="accent1"/>
                </a:solidFill>
              </a:rPr>
              <a:t>slots 5461 – 10922</a:t>
            </a:r>
          </a:p>
        </p:txBody>
      </p:sp>
      <p:sp>
        <p:nvSpPr>
          <p:cNvPr id="4" name="Rectangle 3"/>
          <p:cNvSpPr/>
          <p:nvPr/>
        </p:nvSpPr>
        <p:spPr>
          <a:xfrm>
            <a:off x="1300000" y="2150000"/>
            <a:ext cx="3200000" cy="115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1300000" y="2150000"/>
            <a:ext cx="3200000"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300000" y="2425000"/>
            <a:ext cx="3200000" cy="300000"/>
          </a:xfrm>
          <a:prstGeom prst="rect">
            <a:avLst/>
          </a:prstGeom>
          <a:noFill/>
        </p:spPr>
        <p:txBody>
          <a:bodyPr wrap="square" lIns="0" tIns="0" rIns="0" bIns="0" anchor="t">
            <a:spAutoFit/>
          </a:bodyPr>
          <a:lstStyle/>
          <a:p>
            <a:pPr algn="ctr"/>
            <a:r>
              <a:rPr sz="1600" b="1">
                <a:solidFill>
                  <a:schemeClr val="dk1"/>
                </a:solidFill>
              </a:rPr>
              <a:t>Shard 1</a:t>
            </a:r>
          </a:p>
        </p:txBody>
      </p:sp>
      <p:sp>
        <p:nvSpPr>
          <p:cNvPr id="7" name="TextBox 6"/>
          <p:cNvSpPr txBox="1"/>
          <p:nvPr/>
        </p:nvSpPr>
        <p:spPr>
          <a:xfrm>
            <a:off x="1300000" y="2745000"/>
            <a:ext cx="3200000" cy="260000"/>
          </a:xfrm>
          <a:prstGeom prst="rect">
            <a:avLst/>
          </a:prstGeom>
          <a:noFill/>
        </p:spPr>
        <p:txBody>
          <a:bodyPr wrap="square" lIns="0" tIns="0" rIns="0" bIns="0" anchor="t">
            <a:spAutoFit/>
          </a:bodyPr>
          <a:lstStyle/>
          <a:p>
            <a:pPr algn="ctr"/>
            <a:r>
              <a:rPr sz="1100" b="0">
                <a:solidFill>
                  <a:schemeClr val="dk2"/>
                </a:solidFill>
              </a:rPr>
              <a:t>source</a:t>
            </a:r>
          </a:p>
        </p:txBody>
      </p:sp>
      <p:sp>
        <p:nvSpPr>
          <p:cNvPr id="8" name="Rectangle 7"/>
          <p:cNvSpPr/>
          <p:nvPr/>
        </p:nvSpPr>
        <p:spPr>
          <a:xfrm>
            <a:off x="7692000" y="2150000"/>
            <a:ext cx="3200000" cy="115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7692000" y="2150000"/>
            <a:ext cx="3200000"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692000" y="2425000"/>
            <a:ext cx="3200000" cy="300000"/>
          </a:xfrm>
          <a:prstGeom prst="rect">
            <a:avLst/>
          </a:prstGeom>
          <a:noFill/>
        </p:spPr>
        <p:txBody>
          <a:bodyPr wrap="square" lIns="0" tIns="0" rIns="0" bIns="0" anchor="t">
            <a:spAutoFit/>
          </a:bodyPr>
          <a:lstStyle/>
          <a:p>
            <a:pPr algn="ctr"/>
            <a:r>
              <a:rPr sz="1600" b="1">
                <a:solidFill>
                  <a:schemeClr val="dk1"/>
                </a:solidFill>
              </a:rPr>
              <a:t>Shard 2</a:t>
            </a:r>
          </a:p>
        </p:txBody>
      </p:sp>
      <p:sp>
        <p:nvSpPr>
          <p:cNvPr id="11" name="TextBox 10"/>
          <p:cNvSpPr txBox="1"/>
          <p:nvPr/>
        </p:nvSpPr>
        <p:spPr>
          <a:xfrm>
            <a:off x="7692000" y="2745000"/>
            <a:ext cx="3200000" cy="260000"/>
          </a:xfrm>
          <a:prstGeom prst="rect">
            <a:avLst/>
          </a:prstGeom>
          <a:noFill/>
        </p:spPr>
        <p:txBody>
          <a:bodyPr wrap="square" lIns="0" tIns="0" rIns="0" bIns="0" anchor="t">
            <a:spAutoFit/>
          </a:bodyPr>
          <a:lstStyle/>
          <a:p>
            <a:pPr algn="ctr"/>
            <a:r>
              <a:rPr sz="1100" b="0">
                <a:solidFill>
                  <a:schemeClr val="dk2"/>
                </a:solidFill>
              </a:rPr>
              <a:t>target</a:t>
            </a:r>
          </a:p>
        </p:txBody>
      </p:sp>
      <p:sp>
        <p:nvSpPr>
          <p:cNvPr id="12" name="Rectangle 11"/>
          <p:cNvSpPr/>
          <p:nvPr/>
        </p:nvSpPr>
        <p:spPr>
          <a:xfrm>
            <a:off x="1300000" y="3460000"/>
            <a:ext cx="3200000" cy="400000"/>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300000" y="3460000"/>
            <a:ext cx="3200000" cy="400000"/>
          </a:xfrm>
          <a:prstGeom prst="rect">
            <a:avLst/>
          </a:prstGeom>
          <a:noFill/>
        </p:spPr>
        <p:txBody>
          <a:bodyPr wrap="square" lIns="0" tIns="0" rIns="0" bIns="0" anchor="ctr">
            <a:spAutoFit/>
          </a:bodyPr>
          <a:lstStyle/>
          <a:p>
            <a:pPr algn="ctr"/>
            <a:r>
              <a:rPr sz="1200" b="1">
                <a:solidFill>
                  <a:schemeClr val="lt1"/>
                </a:solidFill>
              </a:rPr>
              <a:t>still owns the slots</a:t>
            </a:r>
          </a:p>
        </p:txBody>
      </p:sp>
      <p:sp>
        <p:nvSpPr>
          <p:cNvPr id="14" name="Rectangle 13"/>
          <p:cNvSpPr/>
          <p:nvPr/>
        </p:nvSpPr>
        <p:spPr>
          <a:xfrm>
            <a:off x="7692000" y="3460000"/>
            <a:ext cx="3200000" cy="40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692000" y="3460000"/>
            <a:ext cx="3200000" cy="400000"/>
          </a:xfrm>
          <a:prstGeom prst="rect">
            <a:avLst/>
          </a:prstGeom>
          <a:noFill/>
        </p:spPr>
        <p:txBody>
          <a:bodyPr wrap="square" lIns="0" tIns="0" rIns="0" bIns="0" anchor="ctr">
            <a:spAutoFit/>
          </a:bodyPr>
          <a:lstStyle/>
          <a:p>
            <a:pPr algn="ctr"/>
            <a:r>
              <a:rPr sz="1200" b="1">
                <a:solidFill>
                  <a:schemeClr val="dk1"/>
                </a:solidFill>
              </a:rPr>
              <a:t>staging area</a:t>
            </a:r>
          </a:p>
        </p:txBody>
      </p:sp>
      <p:cxnSp>
        <p:nvCxnSpPr>
          <p:cNvPr id="16" name="Connector 15"/>
          <p:cNvCxnSpPr/>
          <p:nvPr/>
        </p:nvCxnSpPr>
        <p:spPr>
          <a:xfrm>
            <a:off x="4640000" y="2725000"/>
            <a:ext cx="2912000" cy="0"/>
          </a:xfrm>
          <a:prstGeom prst="line">
            <a:avLst/>
          </a:prstGeom>
          <a:ln w="19050">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640000" y="2285000"/>
            <a:ext cx="2912000" cy="400000"/>
          </a:xfrm>
          <a:prstGeom prst="rect">
            <a:avLst/>
          </a:prstGeom>
          <a:noFill/>
        </p:spPr>
        <p:txBody>
          <a:bodyPr wrap="square" lIns="0" tIns="0" rIns="0" bIns="0" anchor="t">
            <a:spAutoFit/>
          </a:bodyPr>
          <a:lstStyle/>
          <a:p>
            <a:pPr algn="ctr"/>
            <a:r>
              <a:rPr sz="1200" b="0">
                <a:solidFill>
                  <a:schemeClr val="dk2"/>
                </a:solidFill>
              </a:rPr>
              <a:t>snapshot, then live stream of mutations</a:t>
            </a:r>
          </a:p>
        </p:txBody>
      </p:sp>
      <p:sp>
        <p:nvSpPr>
          <p:cNvPr id="18" name="Rectangle 17"/>
          <p:cNvSpPr/>
          <p:nvPr/>
        </p:nvSpPr>
        <p:spPr>
          <a:xfrm>
            <a:off x="609600" y="5000000"/>
            <a:ext cx="2518200" cy="4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09600" y="5000000"/>
            <a:ext cx="2518200" cy="400000"/>
          </a:xfrm>
          <a:prstGeom prst="rect">
            <a:avLst/>
          </a:prstGeom>
          <a:noFill/>
        </p:spPr>
        <p:txBody>
          <a:bodyPr wrap="square" lIns="0" tIns="0" rIns="0" bIns="0" anchor="ctr">
            <a:spAutoFit/>
          </a:bodyPr>
          <a:lstStyle/>
          <a:p>
            <a:pPr algn="ctr"/>
            <a:r>
              <a:rPr sz="1100" b="0">
                <a:solidFill>
                  <a:schemeClr val="dk2"/>
                </a:solidFill>
              </a:rPr>
              <a:t>Initializing</a:t>
            </a:r>
          </a:p>
        </p:txBody>
      </p:sp>
      <p:cxnSp>
        <p:nvCxnSpPr>
          <p:cNvPr id="20" name="Connector 19"/>
          <p:cNvCxnSpPr/>
          <p:nvPr/>
        </p:nvCxnSpPr>
        <p:spPr>
          <a:xfrm>
            <a:off x="3187800" y="5200000"/>
            <a:ext cx="180000" cy="0"/>
          </a:xfrm>
          <a:prstGeom prst="line">
            <a:avLst/>
          </a:prstGeom>
          <a:ln w="1270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3427800" y="5000000"/>
            <a:ext cx="2518200" cy="40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3427800" y="5000000"/>
            <a:ext cx="2518200" cy="400000"/>
          </a:xfrm>
          <a:prstGeom prst="rect">
            <a:avLst/>
          </a:prstGeom>
          <a:noFill/>
        </p:spPr>
        <p:txBody>
          <a:bodyPr wrap="square" lIns="0" tIns="0" rIns="0" bIns="0" anchor="ctr">
            <a:spAutoFit/>
          </a:bodyPr>
          <a:lstStyle/>
          <a:p>
            <a:pPr algn="ctr"/>
            <a:r>
              <a:rPr sz="1100" b="1">
                <a:solidFill>
                  <a:schemeClr val="lt1"/>
                </a:solidFill>
              </a:rPr>
              <a:t>Snapshotting</a:t>
            </a:r>
          </a:p>
        </p:txBody>
      </p:sp>
      <p:cxnSp>
        <p:nvCxnSpPr>
          <p:cNvPr id="23" name="Connector 22"/>
          <p:cNvCxnSpPr/>
          <p:nvPr/>
        </p:nvCxnSpPr>
        <p:spPr>
          <a:xfrm>
            <a:off x="6006000" y="5200000"/>
            <a:ext cx="180000" cy="0"/>
          </a:xfrm>
          <a:prstGeom prst="line">
            <a:avLst/>
          </a:prstGeom>
          <a:ln w="1270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6246000" y="5000000"/>
            <a:ext cx="2518200" cy="40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246000" y="5000000"/>
            <a:ext cx="2518200" cy="400000"/>
          </a:xfrm>
          <a:prstGeom prst="rect">
            <a:avLst/>
          </a:prstGeom>
          <a:noFill/>
        </p:spPr>
        <p:txBody>
          <a:bodyPr wrap="square" lIns="0" tIns="0" rIns="0" bIns="0" anchor="ctr">
            <a:spAutoFit/>
          </a:bodyPr>
          <a:lstStyle/>
          <a:p>
            <a:pPr algn="ctr"/>
            <a:r>
              <a:rPr sz="1100" b="1">
                <a:solidFill>
                  <a:schemeClr val="lt1"/>
                </a:solidFill>
              </a:rPr>
              <a:t>Streaming changes</a:t>
            </a:r>
          </a:p>
        </p:txBody>
      </p:sp>
      <p:cxnSp>
        <p:nvCxnSpPr>
          <p:cNvPr id="26" name="Connector 25"/>
          <p:cNvCxnSpPr/>
          <p:nvPr/>
        </p:nvCxnSpPr>
        <p:spPr>
          <a:xfrm>
            <a:off x="8824200" y="5200000"/>
            <a:ext cx="180000" cy="0"/>
          </a:xfrm>
          <a:prstGeom prst="line">
            <a:avLst/>
          </a:prstGeom>
          <a:ln w="1270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9064200" y="5000000"/>
            <a:ext cx="2518200" cy="4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9064200" y="5000000"/>
            <a:ext cx="2518200" cy="400000"/>
          </a:xfrm>
          <a:prstGeom prst="rect">
            <a:avLst/>
          </a:prstGeom>
          <a:noFill/>
        </p:spPr>
        <p:txBody>
          <a:bodyPr wrap="square" lIns="0" tIns="0" rIns="0" bIns="0" anchor="ctr">
            <a:spAutoFit/>
          </a:bodyPr>
          <a:lstStyle/>
          <a:p>
            <a:pPr algn="ctr"/>
            <a:r>
              <a:rPr sz="1100" b="0">
                <a:solidFill>
                  <a:schemeClr val="dk2"/>
                </a:solidFill>
              </a:rPr>
              <a:t>Finalized</a:t>
            </a:r>
          </a:p>
        </p:txBody>
      </p:sp>
      <p:sp>
        <p:nvSpPr>
          <p:cNvPr id="29" name="Google Shape;204;p8">
            <a:extLst>
              <a:ext uri="{FF2B5EF4-FFF2-40B4-BE49-F238E27FC236}">
                <a16:creationId xmlns:a16="http://schemas.microsoft.com/office/drawing/2014/main" id="{2AD48393-5E0C-C59B-7350-62CB450848FA}"/>
              </a:ext>
            </a:extLst>
          </p:cNvPr>
          <p:cNvSpPr txBox="1">
            <a:spLocks/>
          </p:cNvSpPr>
          <p:nvPr/>
        </p:nvSpPr>
        <p:spPr>
          <a:xfrm>
            <a:off x="762000" y="552419"/>
            <a:ext cx="11062800" cy="44319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lt1"/>
              </a:buClr>
              <a:buSzPts val="3200"/>
              <a:buFont typeface="Play"/>
              <a:buNone/>
              <a:defRPr sz="3200" b="1" i="0" u="none" strike="noStrike" cap="none">
                <a:solidFill>
                  <a:schemeClr val="lt1"/>
                </a:solidFill>
                <a:latin typeface="Play"/>
                <a:ea typeface="Play"/>
                <a:cs typeface="Play"/>
                <a:sym typeface="Play"/>
              </a:defRPr>
            </a:lvl1pPr>
            <a:lvl2pPr marR="0" lvl="1"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9pPr>
          </a:lstStyle>
          <a:p>
            <a:r>
              <a:rPr lang="en-US" dirty="0">
                <a:solidFill>
                  <a:schemeClr val="tx1"/>
                </a:solidFill>
              </a:rPr>
              <a:t>Atomic slot migration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CLUSTER SYNCSLOTS</a:t>
            </a:r>
          </a:p>
        </p:txBody>
      </p:sp>
      <p:sp>
        <p:nvSpPr>
          <p:cNvPr id="3" name="TextBox 2"/>
          <p:cNvSpPr txBox="1"/>
          <p:nvPr/>
        </p:nvSpPr>
        <p:spPr>
          <a:xfrm>
            <a:off x="609600" y="1450000"/>
            <a:ext cx="10972800" cy="340000"/>
          </a:xfrm>
          <a:prstGeom prst="rect">
            <a:avLst/>
          </a:prstGeom>
          <a:noFill/>
        </p:spPr>
        <p:txBody>
          <a:bodyPr wrap="square" lIns="0" tIns="0" rIns="0" bIns="0" anchor="t">
            <a:spAutoFit/>
          </a:bodyPr>
          <a:lstStyle/>
          <a:p>
            <a:pPr algn="ctr"/>
            <a:r>
              <a:rPr sz="1400" b="1">
                <a:solidFill>
                  <a:schemeClr val="accent1"/>
                </a:solidFill>
              </a:rPr>
              <a:t>slots 5461 – 10922</a:t>
            </a:r>
          </a:p>
        </p:txBody>
      </p:sp>
      <p:sp>
        <p:nvSpPr>
          <p:cNvPr id="4" name="Rectangle 3"/>
          <p:cNvSpPr/>
          <p:nvPr/>
        </p:nvSpPr>
        <p:spPr>
          <a:xfrm>
            <a:off x="1300000" y="2150000"/>
            <a:ext cx="3200000" cy="115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1300000" y="2150000"/>
            <a:ext cx="3200000"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300000" y="2425000"/>
            <a:ext cx="3200000" cy="300000"/>
          </a:xfrm>
          <a:prstGeom prst="rect">
            <a:avLst/>
          </a:prstGeom>
          <a:noFill/>
        </p:spPr>
        <p:txBody>
          <a:bodyPr wrap="square" lIns="0" tIns="0" rIns="0" bIns="0" anchor="t">
            <a:spAutoFit/>
          </a:bodyPr>
          <a:lstStyle/>
          <a:p>
            <a:pPr algn="ctr"/>
            <a:r>
              <a:rPr sz="1600" b="1">
                <a:solidFill>
                  <a:schemeClr val="dk1"/>
                </a:solidFill>
              </a:rPr>
              <a:t>Shard 1</a:t>
            </a:r>
          </a:p>
        </p:txBody>
      </p:sp>
      <p:sp>
        <p:nvSpPr>
          <p:cNvPr id="7" name="TextBox 6"/>
          <p:cNvSpPr txBox="1"/>
          <p:nvPr/>
        </p:nvSpPr>
        <p:spPr>
          <a:xfrm>
            <a:off x="1300000" y="2745000"/>
            <a:ext cx="3200000" cy="260000"/>
          </a:xfrm>
          <a:prstGeom prst="rect">
            <a:avLst/>
          </a:prstGeom>
          <a:noFill/>
        </p:spPr>
        <p:txBody>
          <a:bodyPr wrap="square" lIns="0" tIns="0" rIns="0" bIns="0" anchor="t">
            <a:spAutoFit/>
          </a:bodyPr>
          <a:lstStyle/>
          <a:p>
            <a:pPr algn="ctr"/>
            <a:r>
              <a:rPr sz="1100" b="0">
                <a:solidFill>
                  <a:schemeClr val="dk2"/>
                </a:solidFill>
              </a:rPr>
              <a:t>source</a:t>
            </a:r>
          </a:p>
        </p:txBody>
      </p:sp>
      <p:sp>
        <p:nvSpPr>
          <p:cNvPr id="8" name="Rectangle 7"/>
          <p:cNvSpPr/>
          <p:nvPr/>
        </p:nvSpPr>
        <p:spPr>
          <a:xfrm>
            <a:off x="7692000" y="2150000"/>
            <a:ext cx="3200000" cy="115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7692000" y="2150000"/>
            <a:ext cx="3200000"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692000" y="2425000"/>
            <a:ext cx="3200000" cy="300000"/>
          </a:xfrm>
          <a:prstGeom prst="rect">
            <a:avLst/>
          </a:prstGeom>
          <a:noFill/>
        </p:spPr>
        <p:txBody>
          <a:bodyPr wrap="square" lIns="0" tIns="0" rIns="0" bIns="0" anchor="t">
            <a:spAutoFit/>
          </a:bodyPr>
          <a:lstStyle/>
          <a:p>
            <a:pPr algn="ctr"/>
            <a:r>
              <a:rPr sz="1600" b="1">
                <a:solidFill>
                  <a:schemeClr val="dk1"/>
                </a:solidFill>
              </a:rPr>
              <a:t>Shard 2</a:t>
            </a:r>
          </a:p>
        </p:txBody>
      </p:sp>
      <p:sp>
        <p:nvSpPr>
          <p:cNvPr id="11" name="TextBox 10"/>
          <p:cNvSpPr txBox="1"/>
          <p:nvPr/>
        </p:nvSpPr>
        <p:spPr>
          <a:xfrm>
            <a:off x="7692000" y="2745000"/>
            <a:ext cx="3200000" cy="260000"/>
          </a:xfrm>
          <a:prstGeom prst="rect">
            <a:avLst/>
          </a:prstGeom>
          <a:noFill/>
        </p:spPr>
        <p:txBody>
          <a:bodyPr wrap="square" lIns="0" tIns="0" rIns="0" bIns="0" anchor="t">
            <a:spAutoFit/>
          </a:bodyPr>
          <a:lstStyle/>
          <a:p>
            <a:pPr algn="ctr"/>
            <a:r>
              <a:rPr sz="1100" b="0">
                <a:solidFill>
                  <a:schemeClr val="dk2"/>
                </a:solidFill>
              </a:rPr>
              <a:t>target</a:t>
            </a:r>
          </a:p>
        </p:txBody>
      </p:sp>
      <p:sp>
        <p:nvSpPr>
          <p:cNvPr id="12" name="Rectangle 11"/>
          <p:cNvSpPr/>
          <p:nvPr/>
        </p:nvSpPr>
        <p:spPr>
          <a:xfrm>
            <a:off x="1300000" y="3460000"/>
            <a:ext cx="3200000" cy="400000"/>
          </a:xfrm>
          <a:prstGeom prst="rect">
            <a:avLst/>
          </a:prstGeom>
          <a:solidFill>
            <a:schemeClr val="dk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300000" y="3460000"/>
            <a:ext cx="3200000" cy="400000"/>
          </a:xfrm>
          <a:prstGeom prst="rect">
            <a:avLst/>
          </a:prstGeom>
          <a:noFill/>
        </p:spPr>
        <p:txBody>
          <a:bodyPr wrap="square" lIns="0" tIns="0" rIns="0" bIns="0" anchor="ctr">
            <a:spAutoFit/>
          </a:bodyPr>
          <a:lstStyle/>
          <a:p>
            <a:pPr algn="ctr"/>
            <a:r>
              <a:rPr sz="1200" b="1">
                <a:solidFill>
                  <a:schemeClr val="lt1"/>
                </a:solidFill>
              </a:rPr>
              <a:t>paused, then drops its copy</a:t>
            </a:r>
          </a:p>
        </p:txBody>
      </p:sp>
      <p:sp>
        <p:nvSpPr>
          <p:cNvPr id="14" name="Rectangle 13"/>
          <p:cNvSpPr/>
          <p:nvPr/>
        </p:nvSpPr>
        <p:spPr>
          <a:xfrm>
            <a:off x="7692000" y="3460000"/>
            <a:ext cx="3200000" cy="40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692000" y="3460000"/>
            <a:ext cx="3200000" cy="400000"/>
          </a:xfrm>
          <a:prstGeom prst="rect">
            <a:avLst/>
          </a:prstGeom>
          <a:noFill/>
        </p:spPr>
        <p:txBody>
          <a:bodyPr wrap="square" lIns="0" tIns="0" rIns="0" bIns="0" anchor="ctr">
            <a:spAutoFit/>
          </a:bodyPr>
          <a:lstStyle/>
          <a:p>
            <a:pPr algn="ctr"/>
            <a:r>
              <a:rPr sz="1200" b="1">
                <a:solidFill>
                  <a:schemeClr val="lt1"/>
                </a:solidFill>
              </a:rPr>
              <a:t>owns the slots</a:t>
            </a:r>
          </a:p>
        </p:txBody>
      </p:sp>
      <p:cxnSp>
        <p:nvCxnSpPr>
          <p:cNvPr id="16" name="Connector 15"/>
          <p:cNvCxnSpPr/>
          <p:nvPr/>
        </p:nvCxnSpPr>
        <p:spPr>
          <a:xfrm>
            <a:off x="4640000" y="2725000"/>
            <a:ext cx="2912000" cy="0"/>
          </a:xfrm>
          <a:prstGeom prst="line">
            <a:avLst/>
          </a:prstGeom>
          <a:ln w="19050">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640000" y="2285000"/>
            <a:ext cx="2912000" cy="400000"/>
          </a:xfrm>
          <a:prstGeom prst="rect">
            <a:avLst/>
          </a:prstGeom>
          <a:noFill/>
        </p:spPr>
        <p:txBody>
          <a:bodyPr wrap="square" lIns="0" tIns="0" rIns="0" bIns="0" anchor="t">
            <a:spAutoFit/>
          </a:bodyPr>
          <a:lstStyle/>
          <a:p>
            <a:pPr algn="ctr"/>
            <a:r>
              <a:rPr sz="1200" b="0">
                <a:solidFill>
                  <a:schemeClr val="dk2"/>
                </a:solidFill>
              </a:rPr>
              <a:t>caught up, ownership handed over</a:t>
            </a:r>
          </a:p>
        </p:txBody>
      </p:sp>
      <p:sp>
        <p:nvSpPr>
          <p:cNvPr id="18" name="Rectangle 17"/>
          <p:cNvSpPr/>
          <p:nvPr/>
        </p:nvSpPr>
        <p:spPr>
          <a:xfrm>
            <a:off x="609600" y="5000000"/>
            <a:ext cx="2518200" cy="4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09600" y="5000000"/>
            <a:ext cx="2518200" cy="400000"/>
          </a:xfrm>
          <a:prstGeom prst="rect">
            <a:avLst/>
          </a:prstGeom>
          <a:noFill/>
        </p:spPr>
        <p:txBody>
          <a:bodyPr wrap="square" lIns="0" tIns="0" rIns="0" bIns="0" anchor="ctr">
            <a:spAutoFit/>
          </a:bodyPr>
          <a:lstStyle/>
          <a:p>
            <a:pPr algn="ctr"/>
            <a:r>
              <a:rPr sz="1100" b="0">
                <a:solidFill>
                  <a:schemeClr val="dk2"/>
                </a:solidFill>
              </a:rPr>
              <a:t>Initializing</a:t>
            </a:r>
          </a:p>
        </p:txBody>
      </p:sp>
      <p:cxnSp>
        <p:nvCxnSpPr>
          <p:cNvPr id="20" name="Connector 19"/>
          <p:cNvCxnSpPr/>
          <p:nvPr/>
        </p:nvCxnSpPr>
        <p:spPr>
          <a:xfrm>
            <a:off x="3187800" y="5200000"/>
            <a:ext cx="180000" cy="0"/>
          </a:xfrm>
          <a:prstGeom prst="line">
            <a:avLst/>
          </a:prstGeom>
          <a:ln w="1270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3427800" y="5000000"/>
            <a:ext cx="2518200" cy="4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3427800" y="5000000"/>
            <a:ext cx="2518200" cy="400000"/>
          </a:xfrm>
          <a:prstGeom prst="rect">
            <a:avLst/>
          </a:prstGeom>
          <a:noFill/>
        </p:spPr>
        <p:txBody>
          <a:bodyPr wrap="square" lIns="0" tIns="0" rIns="0" bIns="0" anchor="ctr">
            <a:spAutoFit/>
          </a:bodyPr>
          <a:lstStyle/>
          <a:p>
            <a:pPr algn="ctr"/>
            <a:r>
              <a:rPr sz="1100" b="0">
                <a:solidFill>
                  <a:schemeClr val="dk2"/>
                </a:solidFill>
              </a:rPr>
              <a:t>Snapshotting</a:t>
            </a:r>
          </a:p>
        </p:txBody>
      </p:sp>
      <p:cxnSp>
        <p:nvCxnSpPr>
          <p:cNvPr id="23" name="Connector 22"/>
          <p:cNvCxnSpPr/>
          <p:nvPr/>
        </p:nvCxnSpPr>
        <p:spPr>
          <a:xfrm>
            <a:off x="6006000" y="5200000"/>
            <a:ext cx="180000" cy="0"/>
          </a:xfrm>
          <a:prstGeom prst="line">
            <a:avLst/>
          </a:prstGeom>
          <a:ln w="1270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6246000" y="5000000"/>
            <a:ext cx="2518200" cy="4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246000" y="5000000"/>
            <a:ext cx="2518200" cy="400000"/>
          </a:xfrm>
          <a:prstGeom prst="rect">
            <a:avLst/>
          </a:prstGeom>
          <a:noFill/>
        </p:spPr>
        <p:txBody>
          <a:bodyPr wrap="square" lIns="0" tIns="0" rIns="0" bIns="0" anchor="ctr">
            <a:spAutoFit/>
          </a:bodyPr>
          <a:lstStyle/>
          <a:p>
            <a:pPr algn="ctr"/>
            <a:r>
              <a:rPr sz="1100" b="0">
                <a:solidFill>
                  <a:schemeClr val="dk2"/>
                </a:solidFill>
              </a:rPr>
              <a:t>Streaming changes</a:t>
            </a:r>
          </a:p>
        </p:txBody>
      </p:sp>
      <p:cxnSp>
        <p:nvCxnSpPr>
          <p:cNvPr id="26" name="Connector 25"/>
          <p:cNvCxnSpPr/>
          <p:nvPr/>
        </p:nvCxnSpPr>
        <p:spPr>
          <a:xfrm>
            <a:off x="8824200" y="5200000"/>
            <a:ext cx="180000" cy="0"/>
          </a:xfrm>
          <a:prstGeom prst="line">
            <a:avLst/>
          </a:prstGeom>
          <a:ln w="1270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9064200" y="5000000"/>
            <a:ext cx="2518200" cy="40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9064200" y="5000000"/>
            <a:ext cx="2518200" cy="400000"/>
          </a:xfrm>
          <a:prstGeom prst="rect">
            <a:avLst/>
          </a:prstGeom>
          <a:noFill/>
        </p:spPr>
        <p:txBody>
          <a:bodyPr wrap="square" lIns="0" tIns="0" rIns="0" bIns="0" anchor="ctr">
            <a:spAutoFit/>
          </a:bodyPr>
          <a:lstStyle/>
          <a:p>
            <a:pPr algn="ctr"/>
            <a:r>
              <a:rPr sz="1100" b="1">
                <a:solidFill>
                  <a:schemeClr val="lt1"/>
                </a:solidFill>
              </a:rPr>
              <a:t>Finalized</a:t>
            </a:r>
          </a:p>
        </p:txBody>
      </p:sp>
      <p:sp>
        <p:nvSpPr>
          <p:cNvPr id="29" name="Google Shape;204;p8">
            <a:extLst>
              <a:ext uri="{FF2B5EF4-FFF2-40B4-BE49-F238E27FC236}">
                <a16:creationId xmlns:a16="http://schemas.microsoft.com/office/drawing/2014/main" id="{BE512D70-F030-C3B7-3EA8-2D6B09A1E813}"/>
              </a:ext>
            </a:extLst>
          </p:cNvPr>
          <p:cNvSpPr txBox="1">
            <a:spLocks/>
          </p:cNvSpPr>
          <p:nvPr/>
        </p:nvSpPr>
        <p:spPr>
          <a:xfrm>
            <a:off x="762000" y="552419"/>
            <a:ext cx="11062800" cy="44319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lt1"/>
              </a:buClr>
              <a:buSzPts val="3200"/>
              <a:buFont typeface="Play"/>
              <a:buNone/>
              <a:defRPr sz="3200" b="1" i="0" u="none" strike="noStrike" cap="none">
                <a:solidFill>
                  <a:schemeClr val="lt1"/>
                </a:solidFill>
                <a:latin typeface="Play"/>
                <a:ea typeface="Play"/>
                <a:cs typeface="Play"/>
                <a:sym typeface="Play"/>
              </a:defRPr>
            </a:lvl1pPr>
            <a:lvl2pPr marR="0" lvl="1"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9pPr>
          </a:lstStyle>
          <a:p>
            <a:r>
              <a:rPr lang="en-US" dirty="0">
                <a:solidFill>
                  <a:schemeClr val="tx1"/>
                </a:solidFill>
              </a:rPr>
              <a:t>Atomic slot migration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CLUSTER CANCELSLOTMIGRATIONS</a:t>
            </a:r>
          </a:p>
        </p:txBody>
      </p:sp>
      <p:sp>
        <p:nvSpPr>
          <p:cNvPr id="3" name="TextBox 2"/>
          <p:cNvSpPr txBox="1"/>
          <p:nvPr/>
        </p:nvSpPr>
        <p:spPr>
          <a:xfrm>
            <a:off x="609600" y="1450000"/>
            <a:ext cx="10972800" cy="340000"/>
          </a:xfrm>
          <a:prstGeom prst="rect">
            <a:avLst/>
          </a:prstGeom>
          <a:noFill/>
        </p:spPr>
        <p:txBody>
          <a:bodyPr wrap="square" lIns="0" tIns="0" rIns="0" bIns="0" anchor="t">
            <a:spAutoFit/>
          </a:bodyPr>
          <a:lstStyle/>
          <a:p>
            <a:pPr algn="ctr"/>
            <a:r>
              <a:rPr sz="1400" b="1">
                <a:solidFill>
                  <a:schemeClr val="accent1"/>
                </a:solidFill>
              </a:rPr>
              <a:t>slots 5461 – 10922</a:t>
            </a:r>
          </a:p>
        </p:txBody>
      </p:sp>
      <p:sp>
        <p:nvSpPr>
          <p:cNvPr id="4" name="Rectangle 3"/>
          <p:cNvSpPr/>
          <p:nvPr/>
        </p:nvSpPr>
        <p:spPr>
          <a:xfrm>
            <a:off x="1300000" y="2150000"/>
            <a:ext cx="3200000" cy="115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1300000" y="2150000"/>
            <a:ext cx="3200000"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300000" y="2425000"/>
            <a:ext cx="3200000" cy="300000"/>
          </a:xfrm>
          <a:prstGeom prst="rect">
            <a:avLst/>
          </a:prstGeom>
          <a:noFill/>
        </p:spPr>
        <p:txBody>
          <a:bodyPr wrap="square" lIns="0" tIns="0" rIns="0" bIns="0" anchor="t">
            <a:spAutoFit/>
          </a:bodyPr>
          <a:lstStyle/>
          <a:p>
            <a:pPr algn="ctr"/>
            <a:r>
              <a:rPr sz="1600" b="1">
                <a:solidFill>
                  <a:schemeClr val="dk1"/>
                </a:solidFill>
              </a:rPr>
              <a:t>Shard 1</a:t>
            </a:r>
          </a:p>
        </p:txBody>
      </p:sp>
      <p:sp>
        <p:nvSpPr>
          <p:cNvPr id="7" name="TextBox 6"/>
          <p:cNvSpPr txBox="1"/>
          <p:nvPr/>
        </p:nvSpPr>
        <p:spPr>
          <a:xfrm>
            <a:off x="1300000" y="2745000"/>
            <a:ext cx="3200000" cy="260000"/>
          </a:xfrm>
          <a:prstGeom prst="rect">
            <a:avLst/>
          </a:prstGeom>
          <a:noFill/>
        </p:spPr>
        <p:txBody>
          <a:bodyPr wrap="square" lIns="0" tIns="0" rIns="0" bIns="0" anchor="t">
            <a:spAutoFit/>
          </a:bodyPr>
          <a:lstStyle/>
          <a:p>
            <a:pPr algn="ctr"/>
            <a:r>
              <a:rPr sz="1100" b="0">
                <a:solidFill>
                  <a:schemeClr val="dk2"/>
                </a:solidFill>
              </a:rPr>
              <a:t>source</a:t>
            </a:r>
          </a:p>
        </p:txBody>
      </p:sp>
      <p:sp>
        <p:nvSpPr>
          <p:cNvPr id="8" name="Rectangle 7"/>
          <p:cNvSpPr/>
          <p:nvPr/>
        </p:nvSpPr>
        <p:spPr>
          <a:xfrm>
            <a:off x="7692000" y="2150000"/>
            <a:ext cx="3200000" cy="115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7692000" y="2150000"/>
            <a:ext cx="3200000"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692000" y="2425000"/>
            <a:ext cx="3200000" cy="300000"/>
          </a:xfrm>
          <a:prstGeom prst="rect">
            <a:avLst/>
          </a:prstGeom>
          <a:noFill/>
        </p:spPr>
        <p:txBody>
          <a:bodyPr wrap="square" lIns="0" tIns="0" rIns="0" bIns="0" anchor="t">
            <a:spAutoFit/>
          </a:bodyPr>
          <a:lstStyle/>
          <a:p>
            <a:pPr algn="ctr"/>
            <a:r>
              <a:rPr sz="1600" b="1">
                <a:solidFill>
                  <a:schemeClr val="dk1"/>
                </a:solidFill>
              </a:rPr>
              <a:t>Shard 2</a:t>
            </a:r>
          </a:p>
        </p:txBody>
      </p:sp>
      <p:sp>
        <p:nvSpPr>
          <p:cNvPr id="11" name="TextBox 10"/>
          <p:cNvSpPr txBox="1"/>
          <p:nvPr/>
        </p:nvSpPr>
        <p:spPr>
          <a:xfrm>
            <a:off x="7692000" y="2745000"/>
            <a:ext cx="3200000" cy="260000"/>
          </a:xfrm>
          <a:prstGeom prst="rect">
            <a:avLst/>
          </a:prstGeom>
          <a:noFill/>
        </p:spPr>
        <p:txBody>
          <a:bodyPr wrap="square" lIns="0" tIns="0" rIns="0" bIns="0" anchor="t">
            <a:spAutoFit/>
          </a:bodyPr>
          <a:lstStyle/>
          <a:p>
            <a:pPr algn="ctr"/>
            <a:r>
              <a:rPr sz="1100" b="0">
                <a:solidFill>
                  <a:schemeClr val="dk2"/>
                </a:solidFill>
              </a:rPr>
              <a:t>target</a:t>
            </a:r>
          </a:p>
        </p:txBody>
      </p:sp>
      <p:sp>
        <p:nvSpPr>
          <p:cNvPr id="12" name="Rectangle 11"/>
          <p:cNvSpPr/>
          <p:nvPr/>
        </p:nvSpPr>
        <p:spPr>
          <a:xfrm>
            <a:off x="1300000" y="3460000"/>
            <a:ext cx="3200000" cy="40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300000" y="3460000"/>
            <a:ext cx="3200000" cy="400000"/>
          </a:xfrm>
          <a:prstGeom prst="rect">
            <a:avLst/>
          </a:prstGeom>
          <a:noFill/>
        </p:spPr>
        <p:txBody>
          <a:bodyPr wrap="square" lIns="0" tIns="0" rIns="0" bIns="0" anchor="ctr">
            <a:spAutoFit/>
          </a:bodyPr>
          <a:lstStyle/>
          <a:p>
            <a:pPr algn="ctr"/>
            <a:r>
              <a:rPr sz="1200" b="1">
                <a:solidFill>
                  <a:schemeClr val="lt1"/>
                </a:solidFill>
              </a:rPr>
              <a:t>never stopped owning them</a:t>
            </a:r>
          </a:p>
        </p:txBody>
      </p:sp>
      <p:sp>
        <p:nvSpPr>
          <p:cNvPr id="14" name="Rectangle 13"/>
          <p:cNvSpPr/>
          <p:nvPr/>
        </p:nvSpPr>
        <p:spPr>
          <a:xfrm>
            <a:off x="7692000" y="3460000"/>
            <a:ext cx="3200000" cy="400000"/>
          </a:xfrm>
          <a:prstGeom prst="rect">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692000" y="3460000"/>
            <a:ext cx="3200000" cy="400000"/>
          </a:xfrm>
          <a:prstGeom prst="rect">
            <a:avLst/>
          </a:prstGeom>
          <a:noFill/>
        </p:spPr>
        <p:txBody>
          <a:bodyPr wrap="square" lIns="0" tIns="0" rIns="0" bIns="0" anchor="ctr">
            <a:spAutoFit/>
          </a:bodyPr>
          <a:lstStyle/>
          <a:p>
            <a:pPr algn="ctr"/>
            <a:r>
              <a:rPr sz="1200" b="1">
                <a:solidFill>
                  <a:schemeClr val="lt1"/>
                </a:solidFill>
              </a:rPr>
              <a:t>staging area discarded</a:t>
            </a:r>
          </a:p>
        </p:txBody>
      </p:sp>
      <p:cxnSp>
        <p:nvCxnSpPr>
          <p:cNvPr id="16" name="Connector 15"/>
          <p:cNvCxnSpPr/>
          <p:nvPr/>
        </p:nvCxnSpPr>
        <p:spPr>
          <a:xfrm>
            <a:off x="4640000" y="2725000"/>
            <a:ext cx="2912000" cy="0"/>
          </a:xfrm>
          <a:prstGeom prst="line">
            <a:avLst/>
          </a:prstGeom>
          <a:ln w="19050">
            <a:solidFill>
              <a:schemeClr val="accent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640000" y="2285000"/>
            <a:ext cx="2912000" cy="400000"/>
          </a:xfrm>
          <a:prstGeom prst="rect">
            <a:avLst/>
          </a:prstGeom>
          <a:noFill/>
        </p:spPr>
        <p:txBody>
          <a:bodyPr wrap="square" lIns="0" tIns="0" rIns="0" bIns="0" anchor="t">
            <a:spAutoFit/>
          </a:bodyPr>
          <a:lstStyle/>
          <a:p>
            <a:pPr algn="ctr"/>
            <a:r>
              <a:rPr sz="1200" b="0">
                <a:solidFill>
                  <a:schemeClr val="dk2"/>
                </a:solidFill>
              </a:rPr>
              <a:t>transfer abandoned</a:t>
            </a:r>
          </a:p>
        </p:txBody>
      </p:sp>
      <p:sp>
        <p:nvSpPr>
          <p:cNvPr id="18" name="Rectangle 17"/>
          <p:cNvSpPr/>
          <p:nvPr/>
        </p:nvSpPr>
        <p:spPr>
          <a:xfrm>
            <a:off x="609600" y="5000000"/>
            <a:ext cx="2518200" cy="4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09600" y="5000000"/>
            <a:ext cx="2518200" cy="400000"/>
          </a:xfrm>
          <a:prstGeom prst="rect">
            <a:avLst/>
          </a:prstGeom>
          <a:noFill/>
        </p:spPr>
        <p:txBody>
          <a:bodyPr wrap="square" lIns="0" tIns="0" rIns="0" bIns="0" anchor="ctr">
            <a:spAutoFit/>
          </a:bodyPr>
          <a:lstStyle/>
          <a:p>
            <a:pPr algn="ctr"/>
            <a:r>
              <a:rPr sz="1100" b="0">
                <a:solidFill>
                  <a:schemeClr val="dk2"/>
                </a:solidFill>
              </a:rPr>
              <a:t>Initializing</a:t>
            </a:r>
          </a:p>
        </p:txBody>
      </p:sp>
      <p:cxnSp>
        <p:nvCxnSpPr>
          <p:cNvPr id="20" name="Connector 19"/>
          <p:cNvCxnSpPr/>
          <p:nvPr/>
        </p:nvCxnSpPr>
        <p:spPr>
          <a:xfrm>
            <a:off x="3187800" y="5200000"/>
            <a:ext cx="180000" cy="0"/>
          </a:xfrm>
          <a:prstGeom prst="line">
            <a:avLst/>
          </a:prstGeom>
          <a:ln w="1270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3427800" y="5000000"/>
            <a:ext cx="2518200" cy="4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3427800" y="5000000"/>
            <a:ext cx="2518200" cy="400000"/>
          </a:xfrm>
          <a:prstGeom prst="rect">
            <a:avLst/>
          </a:prstGeom>
          <a:noFill/>
        </p:spPr>
        <p:txBody>
          <a:bodyPr wrap="square" lIns="0" tIns="0" rIns="0" bIns="0" anchor="ctr">
            <a:spAutoFit/>
          </a:bodyPr>
          <a:lstStyle/>
          <a:p>
            <a:pPr algn="ctr"/>
            <a:r>
              <a:rPr sz="1100" b="0">
                <a:solidFill>
                  <a:schemeClr val="dk2"/>
                </a:solidFill>
              </a:rPr>
              <a:t>Snapshotting</a:t>
            </a:r>
          </a:p>
        </p:txBody>
      </p:sp>
      <p:cxnSp>
        <p:nvCxnSpPr>
          <p:cNvPr id="23" name="Connector 22"/>
          <p:cNvCxnSpPr/>
          <p:nvPr/>
        </p:nvCxnSpPr>
        <p:spPr>
          <a:xfrm>
            <a:off x="6006000" y="5200000"/>
            <a:ext cx="180000" cy="0"/>
          </a:xfrm>
          <a:prstGeom prst="line">
            <a:avLst/>
          </a:prstGeom>
          <a:ln w="1270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6246000" y="5000000"/>
            <a:ext cx="2518200" cy="4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246000" y="5000000"/>
            <a:ext cx="2518200" cy="400000"/>
          </a:xfrm>
          <a:prstGeom prst="rect">
            <a:avLst/>
          </a:prstGeom>
          <a:noFill/>
        </p:spPr>
        <p:txBody>
          <a:bodyPr wrap="square" lIns="0" tIns="0" rIns="0" bIns="0" anchor="ctr">
            <a:spAutoFit/>
          </a:bodyPr>
          <a:lstStyle/>
          <a:p>
            <a:pPr algn="ctr"/>
            <a:r>
              <a:rPr sz="1100" b="0">
                <a:solidFill>
                  <a:schemeClr val="dk2"/>
                </a:solidFill>
              </a:rPr>
              <a:t>Streaming changes</a:t>
            </a:r>
          </a:p>
        </p:txBody>
      </p:sp>
      <p:cxnSp>
        <p:nvCxnSpPr>
          <p:cNvPr id="26" name="Connector 25"/>
          <p:cNvCxnSpPr/>
          <p:nvPr/>
        </p:nvCxnSpPr>
        <p:spPr>
          <a:xfrm>
            <a:off x="8824200" y="5200000"/>
            <a:ext cx="180000" cy="0"/>
          </a:xfrm>
          <a:prstGeom prst="line">
            <a:avLst/>
          </a:prstGeom>
          <a:ln w="12700">
            <a:solidFill>
              <a:schemeClr val="dk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9064200" y="5000000"/>
            <a:ext cx="2518200" cy="400000"/>
          </a:xfrm>
          <a:prstGeom prst="rect">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9064200" y="5000000"/>
            <a:ext cx="2518200" cy="400000"/>
          </a:xfrm>
          <a:prstGeom prst="rect">
            <a:avLst/>
          </a:prstGeom>
          <a:noFill/>
        </p:spPr>
        <p:txBody>
          <a:bodyPr wrap="square" lIns="0" tIns="0" rIns="0" bIns="0" anchor="ctr">
            <a:spAutoFit/>
          </a:bodyPr>
          <a:lstStyle/>
          <a:p>
            <a:pPr algn="ctr"/>
            <a:r>
              <a:rPr sz="1100" b="1">
                <a:solidFill>
                  <a:schemeClr val="lt1"/>
                </a:solidFill>
              </a:rPr>
              <a:t>Failed</a:t>
            </a:r>
          </a:p>
        </p:txBody>
      </p:sp>
      <p:sp>
        <p:nvSpPr>
          <p:cNvPr id="29" name="Google Shape;204;p8">
            <a:extLst>
              <a:ext uri="{FF2B5EF4-FFF2-40B4-BE49-F238E27FC236}">
                <a16:creationId xmlns:a16="http://schemas.microsoft.com/office/drawing/2014/main" id="{CA014304-3A6B-5DC1-FF00-00A6663173C5}"/>
              </a:ext>
            </a:extLst>
          </p:cNvPr>
          <p:cNvSpPr txBox="1">
            <a:spLocks/>
          </p:cNvSpPr>
          <p:nvPr/>
        </p:nvSpPr>
        <p:spPr>
          <a:xfrm>
            <a:off x="762000" y="552419"/>
            <a:ext cx="11062800" cy="443198"/>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lt1"/>
              </a:buClr>
              <a:buSzPts val="3200"/>
              <a:buFont typeface="Play"/>
              <a:buNone/>
              <a:defRPr sz="3200" b="1" i="0" u="none" strike="noStrike" cap="none">
                <a:solidFill>
                  <a:schemeClr val="lt1"/>
                </a:solidFill>
                <a:latin typeface="Play"/>
                <a:ea typeface="Play"/>
                <a:cs typeface="Play"/>
                <a:sym typeface="Play"/>
              </a:defRPr>
            </a:lvl1pPr>
            <a:lvl2pPr marR="0" lvl="1"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Century Gothic"/>
              <a:buNone/>
              <a:defRPr sz="1800" b="0" i="0" u="none" strike="noStrike" cap="none">
                <a:solidFill>
                  <a:srgbClr val="000000"/>
                </a:solidFill>
                <a:latin typeface="Century Gothic"/>
                <a:ea typeface="Century Gothic"/>
                <a:cs typeface="Century Gothic"/>
                <a:sym typeface="Century Gothic"/>
              </a:defRPr>
            </a:lvl9pPr>
          </a:lstStyle>
          <a:p>
            <a:r>
              <a:rPr lang="en-US" dirty="0">
                <a:solidFill>
                  <a:schemeClr val="tx1"/>
                </a:solidFill>
              </a:rPr>
              <a:t>Atomic slot migration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3574F-8C7B-F3EB-8D25-54034BC236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E885DD-E337-7F98-DAF1-A8987A34FB17}"/>
              </a:ext>
            </a:extLst>
          </p:cNvPr>
          <p:cNvSpPr>
            <a:spLocks noGrp="1"/>
          </p:cNvSpPr>
          <p:nvPr>
            <p:ph type="title"/>
          </p:nvPr>
        </p:nvSpPr>
        <p:spPr/>
        <p:txBody>
          <a:bodyPr/>
          <a:lstStyle/>
          <a:p>
            <a:r>
              <a:rPr dirty="0"/>
              <a:t>Two-box placeholder (neutral)</a:t>
            </a:r>
          </a:p>
        </p:txBody>
      </p:sp>
      <p:sp>
        <p:nvSpPr>
          <p:cNvPr id="3" name="Rectangle 2">
            <a:extLst>
              <a:ext uri="{FF2B5EF4-FFF2-40B4-BE49-F238E27FC236}">
                <a16:creationId xmlns:a16="http://schemas.microsoft.com/office/drawing/2014/main" id="{737E6581-8146-6612-5BF9-4A98C79466C5}"/>
              </a:ext>
            </a:extLst>
          </p:cNvPr>
          <p:cNvSpPr/>
          <p:nvPr/>
        </p:nvSpPr>
        <p:spPr>
          <a:xfrm>
            <a:off x="609600" y="1445931"/>
            <a:ext cx="5431400" cy="39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10" name="vertical-scaling">
            <a:extLst>
              <a:ext uri="{FF2B5EF4-FFF2-40B4-BE49-F238E27FC236}">
                <a16:creationId xmlns:a16="http://schemas.microsoft.com/office/drawing/2014/main" id="{7394C79A-8DAC-599C-422F-4627512A5E2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92480" y="1701963"/>
            <a:ext cx="1097280" cy="1097280"/>
          </a:xfrm>
          <a:prstGeom prst="rect">
            <a:avLst/>
          </a:prstGeom>
        </p:spPr>
      </p:pic>
      <p:sp>
        <p:nvSpPr>
          <p:cNvPr id="1011" name="TextBox 1010">
            <a:extLst>
              <a:ext uri="{FF2B5EF4-FFF2-40B4-BE49-F238E27FC236}">
                <a16:creationId xmlns:a16="http://schemas.microsoft.com/office/drawing/2014/main" id="{159E4C28-2848-B4C1-B24A-462F4CA0E514}"/>
              </a:ext>
            </a:extLst>
          </p:cNvPr>
          <p:cNvSpPr txBox="1"/>
          <p:nvPr/>
        </p:nvSpPr>
        <p:spPr>
          <a:xfrm>
            <a:off x="792480" y="2936403"/>
            <a:ext cx="5065640" cy="400110"/>
          </a:xfrm>
          <a:prstGeom prst="rect">
            <a:avLst/>
          </a:prstGeom>
          <a:noFill/>
        </p:spPr>
        <p:txBody>
          <a:bodyPr wrap="square" lIns="0" tIns="0" rIns="0" bIns="0" anchor="t">
            <a:spAutoFit/>
          </a:bodyPr>
          <a:lstStyle/>
          <a:p>
            <a:pPr algn="l"/>
            <a:r>
              <a:rPr lang="en-US" sz="2600" b="1" dirty="0">
                <a:solidFill>
                  <a:schemeClr val="dk1"/>
                </a:solidFill>
              </a:rPr>
              <a:t>Vertical Scaling</a:t>
            </a:r>
            <a:endParaRPr sz="2600" b="1" dirty="0">
              <a:solidFill>
                <a:schemeClr val="dk1"/>
              </a:solidFill>
            </a:endParaRPr>
          </a:p>
        </p:txBody>
      </p:sp>
      <p:sp>
        <p:nvSpPr>
          <p:cNvPr id="1012" name="TextBox 1011">
            <a:extLst>
              <a:ext uri="{FF2B5EF4-FFF2-40B4-BE49-F238E27FC236}">
                <a16:creationId xmlns:a16="http://schemas.microsoft.com/office/drawing/2014/main" id="{F12DC8C8-E64B-BB9A-EECD-F3079F8B7922}"/>
              </a:ext>
            </a:extLst>
          </p:cNvPr>
          <p:cNvSpPr txBox="1"/>
          <p:nvPr/>
        </p:nvSpPr>
        <p:spPr>
          <a:xfrm>
            <a:off x="792480" y="3382233"/>
            <a:ext cx="4649315" cy="1443344"/>
          </a:xfrm>
          <a:prstGeom prst="rect">
            <a:avLst/>
          </a:prstGeom>
          <a:noFill/>
        </p:spPr>
        <p:txBody>
          <a:bodyPr wrap="square" lIns="0" tIns="0" rIns="0" bIns="0" anchor="t">
            <a:spAutoFit/>
          </a:bodyPr>
          <a:lstStyle/>
          <a:p>
            <a:pPr marL="285750" indent="-285750" algn="l">
              <a:lnSpc>
                <a:spcPct val="120000"/>
              </a:lnSpc>
              <a:buFont typeface="Arial" panose="020B0604020202020204" pitchFamily="34" charset="0"/>
              <a:buChar char="•"/>
            </a:pPr>
            <a:r>
              <a:rPr lang="en-US" sz="2000" b="0" dirty="0">
                <a:solidFill>
                  <a:schemeClr val="dk2"/>
                </a:solidFill>
              </a:rPr>
              <a:t>Add more cores to handle incoming requests</a:t>
            </a:r>
          </a:p>
          <a:p>
            <a:pPr marL="285750" indent="-285750" algn="l">
              <a:lnSpc>
                <a:spcPct val="120000"/>
              </a:lnSpc>
              <a:buFont typeface="Arial" panose="020B0604020202020204" pitchFamily="34" charset="0"/>
              <a:buChar char="•"/>
            </a:pPr>
            <a:r>
              <a:rPr lang="en-US" sz="2000" b="0" strike="sngStrike" dirty="0">
                <a:solidFill>
                  <a:schemeClr val="dk2"/>
                </a:solidFill>
              </a:rPr>
              <a:t>Limited with IO threading</a:t>
            </a:r>
            <a:r>
              <a:rPr lang="en-US" sz="2000" strike="sngStrike" dirty="0">
                <a:solidFill>
                  <a:schemeClr val="dk2"/>
                </a:solidFill>
              </a:rPr>
              <a:t> </a:t>
            </a:r>
            <a:r>
              <a:rPr lang="en-US" sz="2000" dirty="0">
                <a:solidFill>
                  <a:schemeClr val="dk2"/>
                </a:solidFill>
              </a:rPr>
              <a:t>Provides about 10x throughput scaling</a:t>
            </a:r>
            <a:endParaRPr lang="en-US" sz="2000" b="0" strike="sngStrike" dirty="0">
              <a:solidFill>
                <a:schemeClr val="dk2"/>
              </a:solidFill>
            </a:endParaRPr>
          </a:p>
        </p:txBody>
      </p:sp>
      <p:sp>
        <p:nvSpPr>
          <p:cNvPr id="1013" name="Rectangle 1012">
            <a:extLst>
              <a:ext uri="{FF2B5EF4-FFF2-40B4-BE49-F238E27FC236}">
                <a16:creationId xmlns:a16="http://schemas.microsoft.com/office/drawing/2014/main" id="{948C7809-2012-2C1D-870F-941C060D2171}"/>
              </a:ext>
            </a:extLst>
          </p:cNvPr>
          <p:cNvSpPr/>
          <p:nvPr/>
        </p:nvSpPr>
        <p:spPr>
          <a:xfrm>
            <a:off x="6241000" y="1445931"/>
            <a:ext cx="5431400" cy="39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horizontal-scaling">
            <a:extLst>
              <a:ext uri="{FF2B5EF4-FFF2-40B4-BE49-F238E27FC236}">
                <a16:creationId xmlns:a16="http://schemas.microsoft.com/office/drawing/2014/main" id="{6581DBBA-2CF0-3EE4-DD14-4C43B53C8D5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23880" y="1701963"/>
            <a:ext cx="1097280" cy="1097280"/>
          </a:xfrm>
          <a:prstGeom prst="rect">
            <a:avLst/>
          </a:prstGeom>
        </p:spPr>
      </p:pic>
      <p:sp>
        <p:nvSpPr>
          <p:cNvPr id="1015" name="TextBox 1014">
            <a:extLst>
              <a:ext uri="{FF2B5EF4-FFF2-40B4-BE49-F238E27FC236}">
                <a16:creationId xmlns:a16="http://schemas.microsoft.com/office/drawing/2014/main" id="{E00DEBB1-C7EA-828F-93EE-8768C8123684}"/>
              </a:ext>
            </a:extLst>
          </p:cNvPr>
          <p:cNvSpPr txBox="1"/>
          <p:nvPr/>
        </p:nvSpPr>
        <p:spPr>
          <a:xfrm>
            <a:off x="6423880" y="2936403"/>
            <a:ext cx="5065640" cy="400110"/>
          </a:xfrm>
          <a:prstGeom prst="rect">
            <a:avLst/>
          </a:prstGeom>
          <a:noFill/>
        </p:spPr>
        <p:txBody>
          <a:bodyPr wrap="square" lIns="0" tIns="0" rIns="0" bIns="0" anchor="t">
            <a:spAutoFit/>
          </a:bodyPr>
          <a:lstStyle/>
          <a:p>
            <a:pPr algn="l"/>
            <a:r>
              <a:rPr lang="en-US" sz="2600" b="1" dirty="0">
                <a:solidFill>
                  <a:schemeClr val="dk1"/>
                </a:solidFill>
              </a:rPr>
              <a:t>Horizontal Scaling</a:t>
            </a:r>
            <a:endParaRPr sz="2600" b="1" dirty="0">
              <a:solidFill>
                <a:schemeClr val="dk1"/>
              </a:solidFill>
            </a:endParaRPr>
          </a:p>
        </p:txBody>
      </p:sp>
      <p:sp>
        <p:nvSpPr>
          <p:cNvPr id="1016" name="TextBox 1015">
            <a:extLst>
              <a:ext uri="{FF2B5EF4-FFF2-40B4-BE49-F238E27FC236}">
                <a16:creationId xmlns:a16="http://schemas.microsoft.com/office/drawing/2014/main" id="{C14DD7D8-6103-412C-C151-F967E4768230}"/>
              </a:ext>
            </a:extLst>
          </p:cNvPr>
          <p:cNvSpPr txBox="1"/>
          <p:nvPr/>
        </p:nvSpPr>
        <p:spPr>
          <a:xfrm>
            <a:off x="6423880" y="3382233"/>
            <a:ext cx="5065640" cy="1443344"/>
          </a:xfrm>
          <a:prstGeom prst="rect">
            <a:avLst/>
          </a:prstGeom>
          <a:noFill/>
        </p:spPr>
        <p:txBody>
          <a:bodyPr wrap="square" lIns="0" tIns="0" rIns="0" bIns="0" anchor="t">
            <a:spAutoFit/>
          </a:bodyPr>
          <a:lstStyle/>
          <a:p>
            <a:pPr marL="285750" indent="-285750">
              <a:lnSpc>
                <a:spcPct val="120000"/>
              </a:lnSpc>
              <a:buFont typeface="Arial" panose="020B0604020202020204" pitchFamily="34" charset="0"/>
              <a:buChar char="•"/>
            </a:pPr>
            <a:r>
              <a:rPr lang="en-US" sz="2000" dirty="0">
                <a:solidFill>
                  <a:schemeClr val="dk2"/>
                </a:solidFill>
              </a:rPr>
              <a:t>Add more hosts to parallelize requests</a:t>
            </a:r>
          </a:p>
          <a:p>
            <a:pPr marL="285750" indent="-285750">
              <a:lnSpc>
                <a:spcPct val="120000"/>
              </a:lnSpc>
              <a:buFont typeface="Arial" panose="020B0604020202020204" pitchFamily="34" charset="0"/>
              <a:buChar char="•"/>
            </a:pPr>
            <a:r>
              <a:rPr lang="en-US" sz="2000" dirty="0">
                <a:solidFill>
                  <a:schemeClr val="dk2"/>
                </a:solidFill>
              </a:rPr>
              <a:t>No cross-shard transactions</a:t>
            </a:r>
          </a:p>
          <a:p>
            <a:pPr marL="285750" indent="-285750">
              <a:lnSpc>
                <a:spcPct val="120000"/>
              </a:lnSpc>
              <a:buFont typeface="Arial" panose="020B0604020202020204" pitchFamily="34" charset="0"/>
              <a:buChar char="•"/>
            </a:pPr>
            <a:r>
              <a:rPr lang="en-US" sz="2000" strike="sngStrike" dirty="0">
                <a:solidFill>
                  <a:schemeClr val="dk2"/>
                </a:solidFill>
              </a:rPr>
              <a:t>Slow and dangerous to scale</a:t>
            </a:r>
            <a:r>
              <a:rPr lang="en-US" sz="2000" dirty="0">
                <a:solidFill>
                  <a:schemeClr val="dk2"/>
                </a:solidFill>
              </a:rPr>
              <a:t> Fast and safe operation</a:t>
            </a:r>
            <a:endParaRPr lang="en-US" sz="2000" strike="sngStrike" dirty="0">
              <a:solidFill>
                <a:schemeClr val="dk2"/>
              </a:solidFill>
            </a:endParaRPr>
          </a:p>
        </p:txBody>
      </p:sp>
      <p:sp>
        <p:nvSpPr>
          <p:cNvPr id="6" name="Rectangle 5">
            <a:extLst>
              <a:ext uri="{FF2B5EF4-FFF2-40B4-BE49-F238E27FC236}">
                <a16:creationId xmlns:a16="http://schemas.microsoft.com/office/drawing/2014/main" id="{10FB29A6-DB6D-44EB-9D29-BE05026C72AA}"/>
              </a:ext>
            </a:extLst>
          </p:cNvPr>
          <p:cNvSpPr/>
          <p:nvPr/>
        </p:nvSpPr>
        <p:spPr>
          <a:xfrm>
            <a:off x="609600" y="1445931"/>
            <a:ext cx="5431400"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a:extLst>
              <a:ext uri="{FF2B5EF4-FFF2-40B4-BE49-F238E27FC236}">
                <a16:creationId xmlns:a16="http://schemas.microsoft.com/office/drawing/2014/main" id="{E0B553EC-2094-A3C8-C962-3BC01DB6FD51}"/>
              </a:ext>
            </a:extLst>
          </p:cNvPr>
          <p:cNvSpPr/>
          <p:nvPr/>
        </p:nvSpPr>
        <p:spPr>
          <a:xfrm>
            <a:off x="6241000" y="1445931"/>
            <a:ext cx="5431400" cy="73152"/>
          </a:xfrm>
          <a:prstGeom prst="rect">
            <a:avLst/>
          </a:prstGeom>
          <a:solidFill>
            <a:srgbClr val="69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extLst>
      <p:ext uri="{BB962C8B-B14F-4D97-AF65-F5344CB8AC3E}">
        <p14:creationId xmlns:p14="http://schemas.microsoft.com/office/powerpoint/2010/main" val="37440529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Arial"/>
              </a:rPr>
              <a:t>CLUSTER SLOT-STATS</a:t>
            </a:r>
          </a:p>
        </p:txBody>
      </p:sp>
      <p:sp>
        <p:nvSpPr>
          <p:cNvPr id="3" name="Rectangle 2"/>
          <p:cNvSpPr/>
          <p:nvPr/>
        </p:nvSpPr>
        <p:spPr>
          <a:xfrm>
            <a:off x="609600" y="1650000"/>
            <a:ext cx="5286400" cy="38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909600" y="1910000"/>
            <a:ext cx="4686400" cy="460000"/>
          </a:xfrm>
          <a:prstGeom prst="rect">
            <a:avLst/>
          </a:prstGeom>
          <a:noFill/>
        </p:spPr>
        <p:txBody>
          <a:bodyPr wrap="square" lIns="0" tIns="0" rIns="0" bIns="0" anchor="t">
            <a:spAutoFit/>
          </a:bodyPr>
          <a:lstStyle/>
          <a:p>
            <a:pPr algn="l"/>
            <a:r>
              <a:rPr sz="2400" b="1">
                <a:solidFill>
                  <a:schemeClr val="dk2"/>
                </a:solidFill>
                <a:latin typeface="Arial"/>
              </a:rPr>
              <a:t>key-count</a:t>
            </a:r>
          </a:p>
        </p:txBody>
      </p:sp>
      <p:sp>
        <p:nvSpPr>
          <p:cNvPr id="5" name="TextBox 4"/>
          <p:cNvSpPr txBox="1"/>
          <p:nvPr/>
        </p:nvSpPr>
        <p:spPr>
          <a:xfrm>
            <a:off x="909600" y="2510000"/>
            <a:ext cx="850000" cy="340000"/>
          </a:xfrm>
          <a:prstGeom prst="rect">
            <a:avLst/>
          </a:prstGeom>
          <a:noFill/>
        </p:spPr>
        <p:txBody>
          <a:bodyPr wrap="square" lIns="0" tIns="0" rIns="0" bIns="0" anchor="ctr">
            <a:spAutoFit/>
          </a:bodyPr>
          <a:lstStyle/>
          <a:p>
            <a:pPr algn="l"/>
            <a:r>
              <a:rPr sz="1100" b="0">
                <a:solidFill>
                  <a:schemeClr val="dk2"/>
                </a:solidFill>
                <a:latin typeface="Arial"/>
              </a:rPr>
              <a:t>slot 12703</a:t>
            </a:r>
          </a:p>
        </p:txBody>
      </p:sp>
      <p:sp>
        <p:nvSpPr>
          <p:cNvPr id="6" name="Rectangle 5"/>
          <p:cNvSpPr/>
          <p:nvPr/>
        </p:nvSpPr>
        <p:spPr>
          <a:xfrm>
            <a:off x="1859600" y="2550000"/>
            <a:ext cx="2676400" cy="26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859600" y="2550000"/>
            <a:ext cx="2676400" cy="26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696000" y="2510000"/>
            <a:ext cx="900000" cy="340000"/>
          </a:xfrm>
          <a:prstGeom prst="rect">
            <a:avLst/>
          </a:prstGeom>
          <a:noFill/>
        </p:spPr>
        <p:txBody>
          <a:bodyPr wrap="square" lIns="0" tIns="0" rIns="0" bIns="0" anchor="ctr">
            <a:spAutoFit/>
          </a:bodyPr>
          <a:lstStyle/>
          <a:p>
            <a:pPr algn="r"/>
            <a:r>
              <a:rPr sz="1100" b="0">
                <a:solidFill>
                  <a:schemeClr val="dk2"/>
                </a:solidFill>
                <a:latin typeface="Arial"/>
              </a:rPr>
              <a:t>20,450</a:t>
            </a:r>
          </a:p>
        </p:txBody>
      </p:sp>
      <p:sp>
        <p:nvSpPr>
          <p:cNvPr id="9" name="TextBox 8"/>
          <p:cNvSpPr txBox="1"/>
          <p:nvPr/>
        </p:nvSpPr>
        <p:spPr>
          <a:xfrm>
            <a:off x="909600" y="3020000"/>
            <a:ext cx="850000" cy="340000"/>
          </a:xfrm>
          <a:prstGeom prst="rect">
            <a:avLst/>
          </a:prstGeom>
          <a:noFill/>
        </p:spPr>
        <p:txBody>
          <a:bodyPr wrap="square" lIns="0" tIns="0" rIns="0" bIns="0" anchor="ctr">
            <a:spAutoFit/>
          </a:bodyPr>
          <a:lstStyle/>
          <a:p>
            <a:pPr algn="l"/>
            <a:r>
              <a:rPr sz="1100" b="0">
                <a:solidFill>
                  <a:schemeClr val="dk2"/>
                </a:solidFill>
                <a:latin typeface="Arial"/>
              </a:rPr>
              <a:t>slot 4488</a:t>
            </a:r>
          </a:p>
        </p:txBody>
      </p:sp>
      <p:sp>
        <p:nvSpPr>
          <p:cNvPr id="10" name="Rectangle 9"/>
          <p:cNvSpPr/>
          <p:nvPr/>
        </p:nvSpPr>
        <p:spPr>
          <a:xfrm>
            <a:off x="1859600" y="3060000"/>
            <a:ext cx="2676400" cy="26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1859600" y="3060000"/>
            <a:ext cx="2614888" cy="26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696000" y="3020000"/>
            <a:ext cx="900000" cy="340000"/>
          </a:xfrm>
          <a:prstGeom prst="rect">
            <a:avLst/>
          </a:prstGeom>
          <a:noFill/>
        </p:spPr>
        <p:txBody>
          <a:bodyPr wrap="square" lIns="0" tIns="0" rIns="0" bIns="0" anchor="ctr">
            <a:spAutoFit/>
          </a:bodyPr>
          <a:lstStyle/>
          <a:p>
            <a:pPr algn="r"/>
            <a:r>
              <a:rPr sz="1100" b="0">
                <a:solidFill>
                  <a:schemeClr val="dk2"/>
                </a:solidFill>
                <a:latin typeface="Arial"/>
              </a:rPr>
              <a:t>19,980</a:t>
            </a:r>
          </a:p>
        </p:txBody>
      </p:sp>
      <p:sp>
        <p:nvSpPr>
          <p:cNvPr id="13" name="TextBox 12"/>
          <p:cNvSpPr txBox="1"/>
          <p:nvPr/>
        </p:nvSpPr>
        <p:spPr>
          <a:xfrm>
            <a:off x="909600" y="3530000"/>
            <a:ext cx="850000" cy="340000"/>
          </a:xfrm>
          <a:prstGeom prst="rect">
            <a:avLst/>
          </a:prstGeom>
          <a:noFill/>
        </p:spPr>
        <p:txBody>
          <a:bodyPr wrap="square" lIns="0" tIns="0" rIns="0" bIns="0" anchor="ctr">
            <a:spAutoFit/>
          </a:bodyPr>
          <a:lstStyle/>
          <a:p>
            <a:pPr algn="l"/>
            <a:r>
              <a:rPr sz="1100" b="0">
                <a:solidFill>
                  <a:schemeClr val="dk2"/>
                </a:solidFill>
                <a:latin typeface="Arial"/>
              </a:rPr>
              <a:t>slot 9021</a:t>
            </a:r>
          </a:p>
        </p:txBody>
      </p:sp>
      <p:sp>
        <p:nvSpPr>
          <p:cNvPr id="14" name="Rectangle 13"/>
          <p:cNvSpPr/>
          <p:nvPr/>
        </p:nvSpPr>
        <p:spPr>
          <a:xfrm>
            <a:off x="1859600" y="3570000"/>
            <a:ext cx="2676400" cy="26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1859600" y="3570000"/>
            <a:ext cx="2658077" cy="26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4696000" y="3530000"/>
            <a:ext cx="900000" cy="340000"/>
          </a:xfrm>
          <a:prstGeom prst="rect">
            <a:avLst/>
          </a:prstGeom>
          <a:noFill/>
        </p:spPr>
        <p:txBody>
          <a:bodyPr wrap="square" lIns="0" tIns="0" rIns="0" bIns="0" anchor="ctr">
            <a:spAutoFit/>
          </a:bodyPr>
          <a:lstStyle/>
          <a:p>
            <a:pPr algn="r"/>
            <a:r>
              <a:rPr sz="1100" b="0">
                <a:solidFill>
                  <a:schemeClr val="dk2"/>
                </a:solidFill>
                <a:latin typeface="Arial"/>
              </a:rPr>
              <a:t>20,310</a:t>
            </a:r>
          </a:p>
        </p:txBody>
      </p:sp>
      <p:sp>
        <p:nvSpPr>
          <p:cNvPr id="17" name="TextBox 16"/>
          <p:cNvSpPr txBox="1"/>
          <p:nvPr/>
        </p:nvSpPr>
        <p:spPr>
          <a:xfrm>
            <a:off x="909600" y="4040000"/>
            <a:ext cx="850000" cy="340000"/>
          </a:xfrm>
          <a:prstGeom prst="rect">
            <a:avLst/>
          </a:prstGeom>
          <a:noFill/>
        </p:spPr>
        <p:txBody>
          <a:bodyPr wrap="square" lIns="0" tIns="0" rIns="0" bIns="0" anchor="ctr">
            <a:spAutoFit/>
          </a:bodyPr>
          <a:lstStyle/>
          <a:p>
            <a:pPr algn="l"/>
            <a:r>
              <a:rPr sz="1100" b="0">
                <a:solidFill>
                  <a:schemeClr val="dk2"/>
                </a:solidFill>
                <a:latin typeface="Arial"/>
              </a:rPr>
              <a:t>slot 15330</a:t>
            </a:r>
          </a:p>
        </p:txBody>
      </p:sp>
      <p:sp>
        <p:nvSpPr>
          <p:cNvPr id="18" name="Rectangle 17"/>
          <p:cNvSpPr/>
          <p:nvPr/>
        </p:nvSpPr>
        <p:spPr>
          <a:xfrm>
            <a:off x="1859600" y="4080000"/>
            <a:ext cx="2676400" cy="26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ectangle 18"/>
          <p:cNvSpPr/>
          <p:nvPr/>
        </p:nvSpPr>
        <p:spPr>
          <a:xfrm>
            <a:off x="1859600" y="4080000"/>
            <a:ext cx="2583478" cy="26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4696000" y="4040000"/>
            <a:ext cx="900000" cy="340000"/>
          </a:xfrm>
          <a:prstGeom prst="rect">
            <a:avLst/>
          </a:prstGeom>
          <a:noFill/>
        </p:spPr>
        <p:txBody>
          <a:bodyPr wrap="square" lIns="0" tIns="0" rIns="0" bIns="0" anchor="ctr">
            <a:spAutoFit/>
          </a:bodyPr>
          <a:lstStyle/>
          <a:p>
            <a:pPr algn="r"/>
            <a:r>
              <a:rPr sz="1100" b="0">
                <a:solidFill>
                  <a:schemeClr val="dk2"/>
                </a:solidFill>
                <a:latin typeface="Arial"/>
              </a:rPr>
              <a:t>19,740</a:t>
            </a:r>
          </a:p>
        </p:txBody>
      </p:sp>
      <p:sp>
        <p:nvSpPr>
          <p:cNvPr id="21" name="TextBox 20"/>
          <p:cNvSpPr txBox="1"/>
          <p:nvPr/>
        </p:nvSpPr>
        <p:spPr>
          <a:xfrm>
            <a:off x="909600" y="4550000"/>
            <a:ext cx="850000" cy="340000"/>
          </a:xfrm>
          <a:prstGeom prst="rect">
            <a:avLst/>
          </a:prstGeom>
          <a:noFill/>
        </p:spPr>
        <p:txBody>
          <a:bodyPr wrap="square" lIns="0" tIns="0" rIns="0" bIns="0" anchor="ctr">
            <a:spAutoFit/>
          </a:bodyPr>
          <a:lstStyle/>
          <a:p>
            <a:pPr algn="l"/>
            <a:r>
              <a:rPr sz="1100" b="0">
                <a:solidFill>
                  <a:schemeClr val="dk2"/>
                </a:solidFill>
                <a:latin typeface="Arial"/>
              </a:rPr>
              <a:t>slot 702</a:t>
            </a:r>
          </a:p>
        </p:txBody>
      </p:sp>
      <p:sp>
        <p:nvSpPr>
          <p:cNvPr id="22" name="Rectangle 21"/>
          <p:cNvSpPr/>
          <p:nvPr/>
        </p:nvSpPr>
        <p:spPr>
          <a:xfrm>
            <a:off x="1859600" y="4590000"/>
            <a:ext cx="2676400" cy="26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ectangle 22"/>
          <p:cNvSpPr/>
          <p:nvPr/>
        </p:nvSpPr>
        <p:spPr>
          <a:xfrm>
            <a:off x="1859600" y="4590000"/>
            <a:ext cx="2633211" cy="26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4696000" y="4550000"/>
            <a:ext cx="900000" cy="340000"/>
          </a:xfrm>
          <a:prstGeom prst="rect">
            <a:avLst/>
          </a:prstGeom>
          <a:noFill/>
        </p:spPr>
        <p:txBody>
          <a:bodyPr wrap="square" lIns="0" tIns="0" rIns="0" bIns="0" anchor="ctr">
            <a:spAutoFit/>
          </a:bodyPr>
          <a:lstStyle/>
          <a:p>
            <a:pPr algn="r"/>
            <a:r>
              <a:rPr sz="1100" b="0">
                <a:solidFill>
                  <a:schemeClr val="dk2"/>
                </a:solidFill>
                <a:latin typeface="Arial"/>
              </a:rPr>
              <a:t>20,120</a:t>
            </a:r>
          </a:p>
        </p:txBody>
      </p:sp>
      <p:sp>
        <p:nvSpPr>
          <p:cNvPr id="25" name="TextBox 24"/>
          <p:cNvSpPr txBox="1"/>
          <p:nvPr/>
        </p:nvSpPr>
        <p:spPr>
          <a:xfrm>
            <a:off x="909600" y="4970000"/>
            <a:ext cx="4686400" cy="340000"/>
          </a:xfrm>
          <a:prstGeom prst="rect">
            <a:avLst/>
          </a:prstGeom>
          <a:noFill/>
        </p:spPr>
        <p:txBody>
          <a:bodyPr wrap="square" lIns="0" tIns="0" rIns="0" bIns="0" anchor="t">
            <a:spAutoFit/>
          </a:bodyPr>
          <a:lstStyle/>
          <a:p>
            <a:pPr algn="l"/>
            <a:r>
              <a:rPr sz="1200" b="0">
                <a:solidFill>
                  <a:schemeClr val="dk2"/>
                </a:solidFill>
                <a:latin typeface="Arial"/>
              </a:rPr>
              <a:t>On by default. Every slot looks the same.</a:t>
            </a:r>
          </a:p>
        </p:txBody>
      </p:sp>
      <p:sp>
        <p:nvSpPr>
          <p:cNvPr id="26" name="Rectangle 25"/>
          <p:cNvSpPr/>
          <p:nvPr/>
        </p:nvSpPr>
        <p:spPr>
          <a:xfrm>
            <a:off x="6296000" y="1650000"/>
            <a:ext cx="5286400" cy="3800000"/>
          </a:xfrm>
          <a:prstGeom prst="rect">
            <a:avLst/>
          </a:prstGeom>
          <a:noFill/>
          <a:ln w="9525">
            <a:solidFill>
              <a:schemeClr val="accent1"/>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6596000" y="1910000"/>
            <a:ext cx="4686400" cy="460000"/>
          </a:xfrm>
          <a:prstGeom prst="rect">
            <a:avLst/>
          </a:prstGeom>
          <a:noFill/>
        </p:spPr>
        <p:txBody>
          <a:bodyPr wrap="square" lIns="0" tIns="0" rIns="0" bIns="0" anchor="t">
            <a:spAutoFit/>
          </a:bodyPr>
          <a:lstStyle/>
          <a:p>
            <a:pPr algn="l"/>
            <a:r>
              <a:rPr sz="2400" b="1">
                <a:solidFill>
                  <a:schemeClr val="accent1"/>
                </a:solidFill>
                <a:latin typeface="Arial"/>
              </a:rPr>
              <a:t>cpu-usec</a:t>
            </a:r>
          </a:p>
        </p:txBody>
      </p:sp>
      <p:sp>
        <p:nvSpPr>
          <p:cNvPr id="28" name="TextBox 27"/>
          <p:cNvSpPr txBox="1"/>
          <p:nvPr/>
        </p:nvSpPr>
        <p:spPr>
          <a:xfrm>
            <a:off x="6596000" y="2510000"/>
            <a:ext cx="850000" cy="340000"/>
          </a:xfrm>
          <a:prstGeom prst="rect">
            <a:avLst/>
          </a:prstGeom>
          <a:noFill/>
        </p:spPr>
        <p:txBody>
          <a:bodyPr wrap="square" lIns="0" tIns="0" rIns="0" bIns="0" anchor="ctr">
            <a:spAutoFit/>
          </a:bodyPr>
          <a:lstStyle/>
          <a:p>
            <a:pPr algn="l"/>
            <a:r>
              <a:rPr sz="1100" b="0">
                <a:solidFill>
                  <a:schemeClr val="dk2"/>
                </a:solidFill>
                <a:latin typeface="Arial"/>
              </a:rPr>
              <a:t>slot 12703</a:t>
            </a:r>
          </a:p>
        </p:txBody>
      </p:sp>
      <p:sp>
        <p:nvSpPr>
          <p:cNvPr id="29" name="Rectangle 28"/>
          <p:cNvSpPr/>
          <p:nvPr/>
        </p:nvSpPr>
        <p:spPr>
          <a:xfrm>
            <a:off x="7546000" y="2550000"/>
            <a:ext cx="2676400" cy="26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Rectangle 29"/>
          <p:cNvSpPr/>
          <p:nvPr/>
        </p:nvSpPr>
        <p:spPr>
          <a:xfrm>
            <a:off x="7546000" y="2550000"/>
            <a:ext cx="2676400" cy="260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10382400" y="2510000"/>
            <a:ext cx="900000" cy="340000"/>
          </a:xfrm>
          <a:prstGeom prst="rect">
            <a:avLst/>
          </a:prstGeom>
          <a:noFill/>
        </p:spPr>
        <p:txBody>
          <a:bodyPr wrap="square" lIns="0" tIns="0" rIns="0" bIns="0" anchor="ctr">
            <a:spAutoFit/>
          </a:bodyPr>
          <a:lstStyle/>
          <a:p>
            <a:pPr algn="r"/>
            <a:r>
              <a:rPr sz="1100" b="1">
                <a:solidFill>
                  <a:schemeClr val="dk1"/>
                </a:solidFill>
                <a:latin typeface="Arial"/>
              </a:rPr>
              <a:t>41,200 us</a:t>
            </a:r>
          </a:p>
        </p:txBody>
      </p:sp>
      <p:sp>
        <p:nvSpPr>
          <p:cNvPr id="32" name="TextBox 31"/>
          <p:cNvSpPr txBox="1"/>
          <p:nvPr/>
        </p:nvSpPr>
        <p:spPr>
          <a:xfrm>
            <a:off x="6596000" y="3020000"/>
            <a:ext cx="850000" cy="340000"/>
          </a:xfrm>
          <a:prstGeom prst="rect">
            <a:avLst/>
          </a:prstGeom>
          <a:noFill/>
        </p:spPr>
        <p:txBody>
          <a:bodyPr wrap="square" lIns="0" tIns="0" rIns="0" bIns="0" anchor="ctr">
            <a:spAutoFit/>
          </a:bodyPr>
          <a:lstStyle/>
          <a:p>
            <a:pPr algn="l"/>
            <a:r>
              <a:rPr sz="1100" b="0">
                <a:solidFill>
                  <a:schemeClr val="dk2"/>
                </a:solidFill>
                <a:latin typeface="Arial"/>
              </a:rPr>
              <a:t>slot 4488</a:t>
            </a:r>
          </a:p>
        </p:txBody>
      </p:sp>
      <p:sp>
        <p:nvSpPr>
          <p:cNvPr id="33" name="Rectangle 32"/>
          <p:cNvSpPr/>
          <p:nvPr/>
        </p:nvSpPr>
        <p:spPr>
          <a:xfrm>
            <a:off x="7546000" y="3060000"/>
            <a:ext cx="2676400" cy="26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Rectangle 33"/>
          <p:cNvSpPr/>
          <p:nvPr/>
        </p:nvSpPr>
        <p:spPr>
          <a:xfrm>
            <a:off x="7546000" y="3060000"/>
            <a:ext cx="636619" cy="26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10382400" y="3020000"/>
            <a:ext cx="900000" cy="340000"/>
          </a:xfrm>
          <a:prstGeom prst="rect">
            <a:avLst/>
          </a:prstGeom>
          <a:noFill/>
        </p:spPr>
        <p:txBody>
          <a:bodyPr wrap="square" lIns="0" tIns="0" rIns="0" bIns="0" anchor="ctr">
            <a:spAutoFit/>
          </a:bodyPr>
          <a:lstStyle/>
          <a:p>
            <a:pPr algn="r"/>
            <a:r>
              <a:rPr sz="1100" b="0">
                <a:solidFill>
                  <a:schemeClr val="dk2"/>
                </a:solidFill>
                <a:latin typeface="Arial"/>
              </a:rPr>
              <a:t>9,800 us</a:t>
            </a:r>
          </a:p>
        </p:txBody>
      </p:sp>
      <p:sp>
        <p:nvSpPr>
          <p:cNvPr id="36" name="TextBox 35"/>
          <p:cNvSpPr txBox="1"/>
          <p:nvPr/>
        </p:nvSpPr>
        <p:spPr>
          <a:xfrm>
            <a:off x="6596000" y="3530000"/>
            <a:ext cx="850000" cy="340000"/>
          </a:xfrm>
          <a:prstGeom prst="rect">
            <a:avLst/>
          </a:prstGeom>
          <a:noFill/>
        </p:spPr>
        <p:txBody>
          <a:bodyPr wrap="square" lIns="0" tIns="0" rIns="0" bIns="0" anchor="ctr">
            <a:spAutoFit/>
          </a:bodyPr>
          <a:lstStyle/>
          <a:p>
            <a:pPr algn="l"/>
            <a:r>
              <a:rPr sz="1100" b="0">
                <a:solidFill>
                  <a:schemeClr val="dk2"/>
                </a:solidFill>
                <a:latin typeface="Arial"/>
              </a:rPr>
              <a:t>slot 9021</a:t>
            </a:r>
          </a:p>
        </p:txBody>
      </p:sp>
      <p:sp>
        <p:nvSpPr>
          <p:cNvPr id="37" name="Rectangle 36"/>
          <p:cNvSpPr/>
          <p:nvPr/>
        </p:nvSpPr>
        <p:spPr>
          <a:xfrm>
            <a:off x="7546000" y="3570000"/>
            <a:ext cx="2676400" cy="26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Rectangle 37"/>
          <p:cNvSpPr/>
          <p:nvPr/>
        </p:nvSpPr>
        <p:spPr>
          <a:xfrm>
            <a:off x="7546000" y="3570000"/>
            <a:ext cx="526185" cy="26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10382400" y="3530000"/>
            <a:ext cx="900000" cy="340000"/>
          </a:xfrm>
          <a:prstGeom prst="rect">
            <a:avLst/>
          </a:prstGeom>
          <a:noFill/>
        </p:spPr>
        <p:txBody>
          <a:bodyPr wrap="square" lIns="0" tIns="0" rIns="0" bIns="0" anchor="ctr">
            <a:spAutoFit/>
          </a:bodyPr>
          <a:lstStyle/>
          <a:p>
            <a:pPr algn="r"/>
            <a:r>
              <a:rPr sz="1100" b="0">
                <a:solidFill>
                  <a:schemeClr val="dk2"/>
                </a:solidFill>
                <a:latin typeface="Arial"/>
              </a:rPr>
              <a:t>8,100 us</a:t>
            </a:r>
          </a:p>
        </p:txBody>
      </p:sp>
      <p:sp>
        <p:nvSpPr>
          <p:cNvPr id="40" name="TextBox 39"/>
          <p:cNvSpPr txBox="1"/>
          <p:nvPr/>
        </p:nvSpPr>
        <p:spPr>
          <a:xfrm>
            <a:off x="6596000" y="4040000"/>
            <a:ext cx="850000" cy="340000"/>
          </a:xfrm>
          <a:prstGeom prst="rect">
            <a:avLst/>
          </a:prstGeom>
          <a:noFill/>
        </p:spPr>
        <p:txBody>
          <a:bodyPr wrap="square" lIns="0" tIns="0" rIns="0" bIns="0" anchor="ctr">
            <a:spAutoFit/>
          </a:bodyPr>
          <a:lstStyle/>
          <a:p>
            <a:pPr algn="l"/>
            <a:r>
              <a:rPr sz="1100" b="0">
                <a:solidFill>
                  <a:schemeClr val="dk2"/>
                </a:solidFill>
                <a:latin typeface="Arial"/>
              </a:rPr>
              <a:t>slot 15330</a:t>
            </a:r>
          </a:p>
        </p:txBody>
      </p:sp>
      <p:sp>
        <p:nvSpPr>
          <p:cNvPr id="41" name="Rectangle 40"/>
          <p:cNvSpPr/>
          <p:nvPr/>
        </p:nvSpPr>
        <p:spPr>
          <a:xfrm>
            <a:off x="7546000" y="4080000"/>
            <a:ext cx="2676400" cy="26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Rectangle 41"/>
          <p:cNvSpPr/>
          <p:nvPr/>
        </p:nvSpPr>
        <p:spPr>
          <a:xfrm>
            <a:off x="7546000" y="4080000"/>
            <a:ext cx="480712" cy="26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10382400" y="4040000"/>
            <a:ext cx="900000" cy="340000"/>
          </a:xfrm>
          <a:prstGeom prst="rect">
            <a:avLst/>
          </a:prstGeom>
          <a:noFill/>
        </p:spPr>
        <p:txBody>
          <a:bodyPr wrap="square" lIns="0" tIns="0" rIns="0" bIns="0" anchor="ctr">
            <a:spAutoFit/>
          </a:bodyPr>
          <a:lstStyle/>
          <a:p>
            <a:pPr algn="r"/>
            <a:r>
              <a:rPr sz="1100" b="0">
                <a:solidFill>
                  <a:schemeClr val="dk2"/>
                </a:solidFill>
                <a:latin typeface="Arial"/>
              </a:rPr>
              <a:t>7,400 us</a:t>
            </a:r>
          </a:p>
        </p:txBody>
      </p:sp>
      <p:sp>
        <p:nvSpPr>
          <p:cNvPr id="44" name="TextBox 43"/>
          <p:cNvSpPr txBox="1"/>
          <p:nvPr/>
        </p:nvSpPr>
        <p:spPr>
          <a:xfrm>
            <a:off x="6596000" y="4550000"/>
            <a:ext cx="850000" cy="340000"/>
          </a:xfrm>
          <a:prstGeom prst="rect">
            <a:avLst/>
          </a:prstGeom>
          <a:noFill/>
        </p:spPr>
        <p:txBody>
          <a:bodyPr wrap="square" lIns="0" tIns="0" rIns="0" bIns="0" anchor="ctr">
            <a:spAutoFit/>
          </a:bodyPr>
          <a:lstStyle/>
          <a:p>
            <a:pPr algn="l"/>
            <a:r>
              <a:rPr sz="1100" b="0">
                <a:solidFill>
                  <a:schemeClr val="dk2"/>
                </a:solidFill>
                <a:latin typeface="Arial"/>
              </a:rPr>
              <a:t>slot 702</a:t>
            </a:r>
          </a:p>
        </p:txBody>
      </p:sp>
      <p:sp>
        <p:nvSpPr>
          <p:cNvPr id="45" name="Rectangle 44"/>
          <p:cNvSpPr/>
          <p:nvPr/>
        </p:nvSpPr>
        <p:spPr>
          <a:xfrm>
            <a:off x="7546000" y="4590000"/>
            <a:ext cx="2676400" cy="26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Rectangle 45"/>
          <p:cNvSpPr/>
          <p:nvPr/>
        </p:nvSpPr>
        <p:spPr>
          <a:xfrm>
            <a:off x="7546000" y="4590000"/>
            <a:ext cx="448232" cy="260000"/>
          </a:xfrm>
          <a:prstGeom prst="rect">
            <a:avLst/>
          </a:pr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10382400" y="4550000"/>
            <a:ext cx="900000" cy="340000"/>
          </a:xfrm>
          <a:prstGeom prst="rect">
            <a:avLst/>
          </a:prstGeom>
          <a:noFill/>
        </p:spPr>
        <p:txBody>
          <a:bodyPr wrap="square" lIns="0" tIns="0" rIns="0" bIns="0" anchor="ctr">
            <a:spAutoFit/>
          </a:bodyPr>
          <a:lstStyle/>
          <a:p>
            <a:pPr algn="r"/>
            <a:r>
              <a:rPr sz="1100" b="0">
                <a:solidFill>
                  <a:schemeClr val="dk2"/>
                </a:solidFill>
                <a:latin typeface="Arial"/>
              </a:rPr>
              <a:t>6,900 us</a:t>
            </a:r>
          </a:p>
        </p:txBody>
      </p:sp>
      <p:sp>
        <p:nvSpPr>
          <p:cNvPr id="48" name="TextBox 47"/>
          <p:cNvSpPr txBox="1"/>
          <p:nvPr/>
        </p:nvSpPr>
        <p:spPr>
          <a:xfrm>
            <a:off x="6596000" y="4970000"/>
            <a:ext cx="4686400" cy="340000"/>
          </a:xfrm>
          <a:prstGeom prst="rect">
            <a:avLst/>
          </a:prstGeom>
          <a:noFill/>
        </p:spPr>
        <p:txBody>
          <a:bodyPr wrap="square" lIns="0" tIns="0" rIns="0" bIns="0" anchor="t">
            <a:spAutoFit/>
          </a:bodyPr>
          <a:lstStyle/>
          <a:p>
            <a:pPr algn="l"/>
            <a:r>
              <a:rPr sz="1200" b="0">
                <a:solidFill>
                  <a:schemeClr val="dk2"/>
                </a:solidFill>
                <a:latin typeface="Arial"/>
              </a:rPr>
              <a:t>Needs cluster-slot-stats-enabled yes.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22165-0D30-C0DC-E968-B0CAE524C2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C3F8D8-1513-64B0-BDEC-2125B2BE3C33}"/>
              </a:ext>
            </a:extLst>
          </p:cNvPr>
          <p:cNvSpPr>
            <a:spLocks noGrp="1"/>
          </p:cNvSpPr>
          <p:nvPr>
            <p:ph type="title"/>
          </p:nvPr>
        </p:nvSpPr>
        <p:spPr/>
        <p:txBody>
          <a:bodyPr/>
          <a:lstStyle/>
          <a:p>
            <a:r>
              <a:rPr dirty="0"/>
              <a:t>Two-box placeholder (neutral)</a:t>
            </a:r>
          </a:p>
        </p:txBody>
      </p:sp>
      <p:sp>
        <p:nvSpPr>
          <p:cNvPr id="3" name="Rectangle 2">
            <a:extLst>
              <a:ext uri="{FF2B5EF4-FFF2-40B4-BE49-F238E27FC236}">
                <a16:creationId xmlns:a16="http://schemas.microsoft.com/office/drawing/2014/main" id="{5F6D5FBE-78D2-51B3-DB9B-24473042E36D}"/>
              </a:ext>
            </a:extLst>
          </p:cNvPr>
          <p:cNvSpPr/>
          <p:nvPr/>
        </p:nvSpPr>
        <p:spPr>
          <a:xfrm>
            <a:off x="609600" y="1445931"/>
            <a:ext cx="5431400" cy="39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ectangle 3">
            <a:extLst>
              <a:ext uri="{FF2B5EF4-FFF2-40B4-BE49-F238E27FC236}">
                <a16:creationId xmlns:a16="http://schemas.microsoft.com/office/drawing/2014/main" id="{0A4FEDDD-0964-ED45-2D7D-70E2E60746AF}"/>
              </a:ext>
            </a:extLst>
          </p:cNvPr>
          <p:cNvSpPr/>
          <p:nvPr/>
        </p:nvSpPr>
        <p:spPr>
          <a:xfrm>
            <a:off x="609600" y="1445931"/>
            <a:ext cx="5431400" cy="73152"/>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10" name="vertical-scaling">
            <a:extLst>
              <a:ext uri="{FF2B5EF4-FFF2-40B4-BE49-F238E27FC236}">
                <a16:creationId xmlns:a16="http://schemas.microsoft.com/office/drawing/2014/main" id="{8D7303A7-81DB-A158-3CA2-F12EB6F03F6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92480" y="1701963"/>
            <a:ext cx="1097280" cy="1097280"/>
          </a:xfrm>
          <a:prstGeom prst="rect">
            <a:avLst/>
          </a:prstGeom>
        </p:spPr>
      </p:pic>
      <p:sp>
        <p:nvSpPr>
          <p:cNvPr id="1011" name="TextBox 1010">
            <a:extLst>
              <a:ext uri="{FF2B5EF4-FFF2-40B4-BE49-F238E27FC236}">
                <a16:creationId xmlns:a16="http://schemas.microsoft.com/office/drawing/2014/main" id="{D27DBF4F-F0F8-D3B7-529B-7B654C85814E}"/>
              </a:ext>
            </a:extLst>
          </p:cNvPr>
          <p:cNvSpPr txBox="1"/>
          <p:nvPr/>
        </p:nvSpPr>
        <p:spPr>
          <a:xfrm>
            <a:off x="792480" y="2936403"/>
            <a:ext cx="5065640" cy="400110"/>
          </a:xfrm>
          <a:prstGeom prst="rect">
            <a:avLst/>
          </a:prstGeom>
          <a:noFill/>
        </p:spPr>
        <p:txBody>
          <a:bodyPr wrap="square" lIns="0" tIns="0" rIns="0" bIns="0" anchor="t">
            <a:spAutoFit/>
          </a:bodyPr>
          <a:lstStyle/>
          <a:p>
            <a:pPr algn="l"/>
            <a:r>
              <a:rPr lang="en-US" sz="2600" b="1" dirty="0">
                <a:solidFill>
                  <a:schemeClr val="dk1"/>
                </a:solidFill>
              </a:rPr>
              <a:t>Vertical Scaling</a:t>
            </a:r>
            <a:endParaRPr sz="2600" b="1" dirty="0">
              <a:solidFill>
                <a:schemeClr val="dk1"/>
              </a:solidFill>
            </a:endParaRPr>
          </a:p>
        </p:txBody>
      </p:sp>
      <p:sp>
        <p:nvSpPr>
          <p:cNvPr id="1012" name="TextBox 1011">
            <a:extLst>
              <a:ext uri="{FF2B5EF4-FFF2-40B4-BE49-F238E27FC236}">
                <a16:creationId xmlns:a16="http://schemas.microsoft.com/office/drawing/2014/main" id="{38E5939E-4926-2789-F784-7C458D4A4312}"/>
              </a:ext>
            </a:extLst>
          </p:cNvPr>
          <p:cNvSpPr txBox="1"/>
          <p:nvPr/>
        </p:nvSpPr>
        <p:spPr>
          <a:xfrm>
            <a:off x="792480" y="3382233"/>
            <a:ext cx="4649315" cy="704680"/>
          </a:xfrm>
          <a:prstGeom prst="rect">
            <a:avLst/>
          </a:prstGeom>
          <a:noFill/>
        </p:spPr>
        <p:txBody>
          <a:bodyPr wrap="square" lIns="0" tIns="0" rIns="0" bIns="0" anchor="t">
            <a:spAutoFit/>
          </a:bodyPr>
          <a:lstStyle/>
          <a:p>
            <a:pPr algn="l">
              <a:lnSpc>
                <a:spcPct val="120000"/>
              </a:lnSpc>
            </a:pPr>
            <a:r>
              <a:rPr lang="en-US" sz="2000" dirty="0">
                <a:solidFill>
                  <a:schemeClr val="dk2"/>
                </a:solidFill>
              </a:rPr>
              <a:t>Instantaneously support 10x throughput for spikey workloads</a:t>
            </a:r>
            <a:endParaRPr lang="en-US" sz="2000" b="0" dirty="0">
              <a:solidFill>
                <a:schemeClr val="dk2"/>
              </a:solidFill>
            </a:endParaRPr>
          </a:p>
        </p:txBody>
      </p:sp>
      <p:sp>
        <p:nvSpPr>
          <p:cNvPr id="1013" name="Rectangle 1012">
            <a:extLst>
              <a:ext uri="{FF2B5EF4-FFF2-40B4-BE49-F238E27FC236}">
                <a16:creationId xmlns:a16="http://schemas.microsoft.com/office/drawing/2014/main" id="{243B3AD5-EE5D-3832-9F32-DA198EAA5012}"/>
              </a:ext>
            </a:extLst>
          </p:cNvPr>
          <p:cNvSpPr/>
          <p:nvPr/>
        </p:nvSpPr>
        <p:spPr>
          <a:xfrm>
            <a:off x="6241000" y="1445931"/>
            <a:ext cx="5431400" cy="3900000"/>
          </a:xfrm>
          <a:prstGeom prst="rect">
            <a:avLst/>
          </a:prstGeom>
          <a:solidFill>
            <a:schemeClr val="lt2"/>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14" name="Rectangle 1013">
            <a:extLst>
              <a:ext uri="{FF2B5EF4-FFF2-40B4-BE49-F238E27FC236}">
                <a16:creationId xmlns:a16="http://schemas.microsoft.com/office/drawing/2014/main" id="{CF582A5E-3D71-A7E2-8BDF-596D1E2F2238}"/>
              </a:ext>
            </a:extLst>
          </p:cNvPr>
          <p:cNvSpPr/>
          <p:nvPr/>
        </p:nvSpPr>
        <p:spPr>
          <a:xfrm>
            <a:off x="6241000" y="1445931"/>
            <a:ext cx="5431400" cy="73152"/>
          </a:xfrm>
          <a:prstGeom prst="rect">
            <a:avLst/>
          </a:prstGeom>
          <a:solidFill>
            <a:srgbClr val="6983FF"/>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horizontal-scaling">
            <a:extLst>
              <a:ext uri="{FF2B5EF4-FFF2-40B4-BE49-F238E27FC236}">
                <a16:creationId xmlns:a16="http://schemas.microsoft.com/office/drawing/2014/main" id="{E84BED5F-82BC-FEE3-93E0-D5AEB751D5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23880" y="1701963"/>
            <a:ext cx="1097280" cy="1097280"/>
          </a:xfrm>
          <a:prstGeom prst="rect">
            <a:avLst/>
          </a:prstGeom>
        </p:spPr>
      </p:pic>
      <p:sp>
        <p:nvSpPr>
          <p:cNvPr id="1015" name="TextBox 1014">
            <a:extLst>
              <a:ext uri="{FF2B5EF4-FFF2-40B4-BE49-F238E27FC236}">
                <a16:creationId xmlns:a16="http://schemas.microsoft.com/office/drawing/2014/main" id="{C0958B9D-BD70-2D19-06A3-3B0A1BCF8D47}"/>
              </a:ext>
            </a:extLst>
          </p:cNvPr>
          <p:cNvSpPr txBox="1"/>
          <p:nvPr/>
        </p:nvSpPr>
        <p:spPr>
          <a:xfrm>
            <a:off x="6423880" y="2936403"/>
            <a:ext cx="5065640" cy="400110"/>
          </a:xfrm>
          <a:prstGeom prst="rect">
            <a:avLst/>
          </a:prstGeom>
          <a:noFill/>
        </p:spPr>
        <p:txBody>
          <a:bodyPr wrap="square" lIns="0" tIns="0" rIns="0" bIns="0" anchor="t">
            <a:spAutoFit/>
          </a:bodyPr>
          <a:lstStyle/>
          <a:p>
            <a:pPr algn="l"/>
            <a:r>
              <a:rPr lang="en-US" sz="2600" b="1" dirty="0">
                <a:solidFill>
                  <a:schemeClr val="dk1"/>
                </a:solidFill>
              </a:rPr>
              <a:t>Horizontal Scaling</a:t>
            </a:r>
            <a:endParaRPr sz="2600" b="1" dirty="0">
              <a:solidFill>
                <a:schemeClr val="dk1"/>
              </a:solidFill>
            </a:endParaRPr>
          </a:p>
        </p:txBody>
      </p:sp>
      <p:sp>
        <p:nvSpPr>
          <p:cNvPr id="1016" name="TextBox 1015">
            <a:extLst>
              <a:ext uri="{FF2B5EF4-FFF2-40B4-BE49-F238E27FC236}">
                <a16:creationId xmlns:a16="http://schemas.microsoft.com/office/drawing/2014/main" id="{F38255FD-D298-D579-03CC-9B9329F85906}"/>
              </a:ext>
            </a:extLst>
          </p:cNvPr>
          <p:cNvSpPr txBox="1"/>
          <p:nvPr/>
        </p:nvSpPr>
        <p:spPr>
          <a:xfrm>
            <a:off x="6423880" y="3382233"/>
            <a:ext cx="5065640" cy="704680"/>
          </a:xfrm>
          <a:prstGeom prst="rect">
            <a:avLst/>
          </a:prstGeom>
          <a:noFill/>
        </p:spPr>
        <p:txBody>
          <a:bodyPr wrap="square" lIns="0" tIns="0" rIns="0" bIns="0" anchor="t">
            <a:spAutoFit/>
          </a:bodyPr>
          <a:lstStyle/>
          <a:p>
            <a:pPr>
              <a:lnSpc>
                <a:spcPct val="120000"/>
              </a:lnSpc>
            </a:pPr>
            <a:r>
              <a:rPr lang="en-US" sz="2000" dirty="0">
                <a:solidFill>
                  <a:schemeClr val="dk2"/>
                </a:solidFill>
              </a:rPr>
              <a:t>Horizontally scale to about 1000x throughput by adding shards as needed</a:t>
            </a:r>
          </a:p>
        </p:txBody>
      </p:sp>
    </p:spTree>
    <p:extLst>
      <p:ext uri="{BB962C8B-B14F-4D97-AF65-F5344CB8AC3E}">
        <p14:creationId xmlns:p14="http://schemas.microsoft.com/office/powerpoint/2010/main" val="19966703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BFD24-1620-B9F4-3F63-69E9545248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5495B7-1B8C-5D39-21CF-F220B53BAA18}"/>
              </a:ext>
            </a:extLst>
          </p:cNvPr>
          <p:cNvSpPr>
            <a:spLocks noGrp="1"/>
          </p:cNvSpPr>
          <p:nvPr>
            <p:ph type="title"/>
          </p:nvPr>
        </p:nvSpPr>
        <p:spPr/>
        <p:txBody>
          <a:bodyPr/>
          <a:lstStyle/>
          <a:p>
            <a:r>
              <a:rPr lang="en-US" dirty="0"/>
              <a:t>Valkey’s architectural goals</a:t>
            </a:r>
            <a:endParaRPr dirty="0"/>
          </a:p>
        </p:txBody>
      </p:sp>
      <p:sp>
        <p:nvSpPr>
          <p:cNvPr id="3" name="Text Placeholder 2">
            <a:extLst>
              <a:ext uri="{FF2B5EF4-FFF2-40B4-BE49-F238E27FC236}">
                <a16:creationId xmlns:a16="http://schemas.microsoft.com/office/drawing/2014/main" id="{A29606F9-C551-BDCE-6017-F8AACB68ECCF}"/>
              </a:ext>
            </a:extLst>
          </p:cNvPr>
          <p:cNvSpPr>
            <a:spLocks noGrp="1"/>
          </p:cNvSpPr>
          <p:nvPr>
            <p:ph type="body" idx="1"/>
          </p:nvPr>
        </p:nvSpPr>
        <p:spPr/>
        <p:txBody>
          <a:bodyPr/>
          <a:lstStyle/>
          <a:p>
            <a:pPr marL="457200" marR="0" lvl="0" indent="-350520" algn="l" rtl="0">
              <a:lnSpc>
                <a:spcPct val="100000"/>
              </a:lnSpc>
              <a:spcBef>
                <a:spcPts val="0"/>
              </a:spcBef>
              <a:spcAft>
                <a:spcPts val="0"/>
              </a:spcAft>
              <a:buClr>
                <a:schemeClr val="accent1"/>
              </a:buClr>
              <a:buSzPts val="1920"/>
              <a:buFont typeface="Play"/>
              <a:buChar char="►"/>
            </a:pPr>
            <a:r>
              <a:rPr lang="en-US" sz="2400" dirty="0">
                <a:solidFill>
                  <a:schemeClr val="tx1"/>
                </a:solidFill>
                <a:latin typeface="Arial" panose="020B0604020202020204" pitchFamily="34" charset="0"/>
                <a:cs typeface="Arial" panose="020B0604020202020204" pitchFamily="34" charset="0"/>
              </a:rPr>
              <a:t>Efficiency trumps headline numbers</a:t>
            </a:r>
          </a:p>
          <a:p>
            <a:pPr marL="457200" marR="0" lvl="0" indent="-350520" algn="l" rtl="0">
              <a:lnSpc>
                <a:spcPct val="100000"/>
              </a:lnSpc>
              <a:spcBef>
                <a:spcPts val="0"/>
              </a:spcBef>
              <a:spcAft>
                <a:spcPts val="0"/>
              </a:spcAft>
              <a:buClr>
                <a:schemeClr val="accent1"/>
              </a:buClr>
              <a:buSzPts val="1920"/>
              <a:buFont typeface="Play"/>
              <a:buChar char="►"/>
            </a:pPr>
            <a:endParaRPr lang="en-US" b="1" dirty="0">
              <a:solidFill>
                <a:schemeClr val="tx1"/>
              </a:solidFill>
              <a:latin typeface="Arial" panose="020B0604020202020204" pitchFamily="34" charset="0"/>
              <a:cs typeface="Arial" panose="020B0604020202020204" pitchFamily="34" charset="0"/>
            </a:endParaRPr>
          </a:p>
          <a:p>
            <a:pPr indent="-350520">
              <a:buClr>
                <a:schemeClr val="accent1"/>
              </a:buClr>
              <a:buSzPts val="1920"/>
              <a:buFont typeface="Play"/>
              <a:buChar char="►"/>
            </a:pPr>
            <a:r>
              <a:rPr lang="en-US" dirty="0">
                <a:solidFill>
                  <a:schemeClr val="tx1"/>
                </a:solidFill>
                <a:latin typeface="Arial" panose="020B0604020202020204" pitchFamily="34" charset="0"/>
                <a:cs typeface="Arial" panose="020B0604020202020204" pitchFamily="34" charset="0"/>
              </a:rPr>
              <a:t>Make scaling operations seamless</a:t>
            </a:r>
            <a:endParaRPr lang="en-US" sz="2400" dirty="0">
              <a:solidFill>
                <a:schemeClr val="tx1"/>
              </a:solidFill>
              <a:latin typeface="Arial" panose="020B0604020202020204" pitchFamily="34" charset="0"/>
              <a:cs typeface="Arial" panose="020B0604020202020204" pitchFamily="34" charset="0"/>
            </a:endParaRPr>
          </a:p>
          <a:p>
            <a:pPr marL="457200" marR="0" lvl="0" indent="-350520" algn="l" rtl="0">
              <a:lnSpc>
                <a:spcPct val="100000"/>
              </a:lnSpc>
              <a:spcBef>
                <a:spcPts val="0"/>
              </a:spcBef>
              <a:spcAft>
                <a:spcPts val="0"/>
              </a:spcAft>
              <a:buClr>
                <a:schemeClr val="accent1"/>
              </a:buClr>
              <a:buSzPts val="1920"/>
              <a:buFont typeface="Play"/>
              <a:buChar char="►"/>
            </a:pPr>
            <a:endParaRPr lang="en-US" dirty="0">
              <a:solidFill>
                <a:schemeClr val="tx1"/>
              </a:solidFill>
              <a:latin typeface="Arial" panose="020B0604020202020204" pitchFamily="34" charset="0"/>
              <a:cs typeface="Arial" panose="020B0604020202020204" pitchFamily="34" charset="0"/>
            </a:endParaRPr>
          </a:p>
          <a:p>
            <a:pPr marL="457200" marR="0" lvl="0" indent="-350520" algn="l" rtl="0">
              <a:lnSpc>
                <a:spcPct val="100000"/>
              </a:lnSpc>
              <a:spcBef>
                <a:spcPts val="0"/>
              </a:spcBef>
              <a:spcAft>
                <a:spcPts val="0"/>
              </a:spcAft>
              <a:buClr>
                <a:schemeClr val="accent1"/>
              </a:buClr>
              <a:buSzPts val="1920"/>
              <a:buFont typeface="Play"/>
              <a:buChar char="►"/>
            </a:pPr>
            <a:r>
              <a:rPr lang="en-US" sz="2400" dirty="0">
                <a:solidFill>
                  <a:schemeClr val="tx1"/>
                </a:solidFill>
                <a:latin typeface="Arial" panose="020B0604020202020204" pitchFamily="34" charset="0"/>
                <a:cs typeface="Arial" panose="020B0604020202020204" pitchFamily="34" charset="0"/>
              </a:rPr>
              <a:t>Keep the core execution simple</a:t>
            </a:r>
          </a:p>
        </p:txBody>
      </p:sp>
    </p:spTree>
    <p:extLst>
      <p:ext uri="{BB962C8B-B14F-4D97-AF65-F5344CB8AC3E}">
        <p14:creationId xmlns:p14="http://schemas.microsoft.com/office/powerpoint/2010/main" val="9601260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2200000"/>
            <a:ext cx="1371600" cy="54864"/>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09600" y="2500000"/>
            <a:ext cx="5486400" cy="1355564"/>
          </a:xfrm>
          <a:prstGeom prst="rect">
            <a:avLst/>
          </a:prstGeom>
          <a:noFill/>
        </p:spPr>
        <p:txBody>
          <a:bodyPr wrap="square" lIns="0" tIns="0" rIns="0" bIns="0" anchor="t">
            <a:spAutoFit/>
          </a:bodyPr>
          <a:lstStyle/>
          <a:p>
            <a:pPr algn="l">
              <a:lnSpc>
                <a:spcPct val="115000"/>
              </a:lnSpc>
            </a:pPr>
            <a:r>
              <a:rPr lang="en-US" sz="4000" b="1" dirty="0">
                <a:solidFill>
                  <a:schemeClr val="dk1"/>
                </a:solidFill>
                <a:latin typeface="Arial"/>
              </a:rPr>
              <a:t>The future: Valkey is more like a database.</a:t>
            </a:r>
            <a:endParaRPr sz="4000" b="1" dirty="0">
              <a:solidFill>
                <a:schemeClr val="dk1"/>
              </a:solidFill>
              <a:latin typeface="Arial"/>
            </a:endParaRPr>
          </a:p>
        </p:txBody>
      </p:sp>
      <p:pic>
        <p:nvPicPr>
          <p:cNvPr id="9" name="durability">
            <a:extLst>
              <a:ext uri="{FF2B5EF4-FFF2-40B4-BE49-F238E27FC236}">
                <a16:creationId xmlns:a16="http://schemas.microsoft.com/office/drawing/2014/main" id="{3B8BA628-CE6E-57E1-A914-9714C3AF133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75622" y="1635133"/>
            <a:ext cx="3336758" cy="3336758"/>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5669280"/>
            <a:ext cx="12192000" cy="118872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609600" y="1900000"/>
            <a:ext cx="11062800" cy="1000000"/>
          </a:xfrm>
          <a:prstGeom prst="rect">
            <a:avLst/>
          </a:prstGeom>
          <a:noFill/>
        </p:spPr>
        <p:txBody>
          <a:bodyPr wrap="square" lIns="0" tIns="0" rIns="0" bIns="0" anchor="t">
            <a:spAutoFit/>
          </a:bodyPr>
          <a:lstStyle/>
          <a:p>
            <a:pPr algn="l"/>
            <a:r>
              <a:rPr sz="5400" b="1" dirty="0">
                <a:solidFill>
                  <a:schemeClr val="dk1"/>
                </a:solidFill>
              </a:rPr>
              <a:t>Thank you</a:t>
            </a:r>
          </a:p>
        </p:txBody>
      </p:sp>
      <p:sp>
        <p:nvSpPr>
          <p:cNvPr id="4" name="Rectangle 3"/>
          <p:cNvSpPr/>
          <p:nvPr/>
        </p:nvSpPr>
        <p:spPr>
          <a:xfrm>
            <a:off x="609600" y="3100000"/>
            <a:ext cx="1371600" cy="54864"/>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09600" y="3400000"/>
            <a:ext cx="6000000" cy="400000"/>
          </a:xfrm>
          <a:prstGeom prst="rect">
            <a:avLst/>
          </a:prstGeom>
          <a:noFill/>
        </p:spPr>
        <p:txBody>
          <a:bodyPr wrap="square" lIns="0" tIns="0" rIns="0" bIns="0" anchor="t">
            <a:spAutoFit/>
          </a:bodyPr>
          <a:lstStyle/>
          <a:p>
            <a:pPr algn="l"/>
            <a:r>
              <a:rPr sz="1800" b="1">
                <a:solidFill>
                  <a:schemeClr val="dk1"/>
                </a:solidFill>
              </a:rPr>
              <a:t>Madelyn Olson</a:t>
            </a:r>
          </a:p>
        </p:txBody>
      </p:sp>
      <p:sp>
        <p:nvSpPr>
          <p:cNvPr id="6" name="TextBox 5"/>
          <p:cNvSpPr txBox="1"/>
          <p:nvPr/>
        </p:nvSpPr>
        <p:spPr>
          <a:xfrm>
            <a:off x="609600" y="3820000"/>
            <a:ext cx="6000000" cy="340000"/>
          </a:xfrm>
          <a:prstGeom prst="rect">
            <a:avLst/>
          </a:prstGeom>
          <a:noFill/>
        </p:spPr>
        <p:txBody>
          <a:bodyPr wrap="square" lIns="0" tIns="0" rIns="0" bIns="0" anchor="t">
            <a:spAutoFit/>
          </a:bodyPr>
          <a:lstStyle/>
          <a:p>
            <a:pPr algn="l"/>
            <a:r>
              <a:rPr sz="1600" b="0">
                <a:solidFill>
                  <a:schemeClr val="dk2"/>
                </a:solidFill>
              </a:rPr>
              <a:t>@reconditerose</a:t>
            </a:r>
          </a:p>
        </p:txBody>
      </p:sp>
      <p:sp>
        <p:nvSpPr>
          <p:cNvPr id="7" name="TextBox 6"/>
          <p:cNvSpPr txBox="1"/>
          <p:nvPr/>
        </p:nvSpPr>
        <p:spPr>
          <a:xfrm>
            <a:off x="609600" y="4160000"/>
            <a:ext cx="6000000" cy="340000"/>
          </a:xfrm>
          <a:prstGeom prst="rect">
            <a:avLst/>
          </a:prstGeom>
          <a:noFill/>
        </p:spPr>
        <p:txBody>
          <a:bodyPr wrap="square" lIns="0" tIns="0" rIns="0" bIns="0" anchor="t">
            <a:spAutoFit/>
          </a:bodyPr>
          <a:lstStyle/>
          <a:p>
            <a:pPr algn="l"/>
            <a:r>
              <a:rPr sz="1600" b="0">
                <a:solidFill>
                  <a:schemeClr val="dk2"/>
                </a:solidFill>
              </a:rPr>
              <a:t>github.com/madolson</a:t>
            </a:r>
          </a:p>
        </p:txBody>
      </p:sp>
      <p:pic>
        <p:nvPicPr>
          <p:cNvPr id="1062" name="valkey-horizontal-white"/>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194080" y="5958840"/>
            <a:ext cx="1803840" cy="609600"/>
          </a:xfrm>
          <a:prstGeom prst="rect">
            <a:avLst/>
          </a:prstGeom>
        </p:spPr>
      </p:pic>
    </p:spTree>
  </p:cSld>
  <p:clrMapOvr>
    <a:masterClrMapping/>
  </p:clrMapOvr>
</p:sld>
</file>

<file path=ppt/theme/theme1.xml><?xml version="1.0" encoding="utf-8"?>
<a:theme xmlns:a="http://schemas.openxmlformats.org/drawingml/2006/main" name="AWS AI Holdings">
  <a:themeElements>
    <a:clrScheme name="Valkey">
      <a:dk1>
        <a:srgbClr val="000000"/>
      </a:dk1>
      <a:lt1>
        <a:srgbClr val="FFFFFF"/>
      </a:lt1>
      <a:dk2>
        <a:srgbClr val="232F3E"/>
      </a:dk2>
      <a:lt2>
        <a:srgbClr val="F1F3F3"/>
      </a:lt2>
      <a:accent1>
        <a:srgbClr val="6983FF"/>
      </a:accent1>
      <a:accent2>
        <a:srgbClr val="1A2026"/>
      </a:accent2>
      <a:accent3>
        <a:srgbClr val="632637"/>
      </a:accent3>
      <a:accent4>
        <a:srgbClr val="30176E"/>
      </a:accent4>
      <a:accent5>
        <a:srgbClr val="BCB5E7"/>
      </a:accent5>
      <a:accent6>
        <a:srgbClr val="FBD8BF"/>
      </a:accent6>
      <a:hlink>
        <a:srgbClr val="6983FF"/>
      </a:hlink>
      <a:folHlink>
        <a:srgbClr val="6983FF"/>
      </a:folHlink>
    </a:clrScheme>
    <a:fontScheme name="Office">
      <a:majorFont>
        <a:latin typeface="Play"/>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a:spAutoFit/>
      </a:bodyPr>
      <a:lstStyle>
        <a:defPPr algn="l">
          <a:defRPr sz="1000" i="1" dirty="0" smtClean="0">
            <a:solidFill>
              <a:schemeClr val="dk1"/>
            </a:solidFill>
          </a:defRPr>
        </a:defPPr>
      </a:lstStyle>
    </a:txDef>
  </a:objectDefaults>
  <a:extraClrSchemeLst/>
</a:theme>
</file>

<file path=ppt/theme/theme2.xml><?xml version="1.0" encoding="utf-8"?>
<a:theme xmlns:a="http://schemas.openxmlformats.org/drawingml/2006/main" name="AWS AI Holdings">
  <a:themeElements>
    <a:clrScheme name="Valkey">
      <a:dk1>
        <a:srgbClr val="000000"/>
      </a:dk1>
      <a:lt1>
        <a:srgbClr val="FFFFFF"/>
      </a:lt1>
      <a:dk2>
        <a:srgbClr val="232F3E"/>
      </a:dk2>
      <a:lt2>
        <a:srgbClr val="F1F3F3"/>
      </a:lt2>
      <a:accent1>
        <a:srgbClr val="6983FF"/>
      </a:accent1>
      <a:accent2>
        <a:srgbClr val="1A2026"/>
      </a:accent2>
      <a:accent3>
        <a:srgbClr val="632637"/>
      </a:accent3>
      <a:accent4>
        <a:srgbClr val="30176E"/>
      </a:accent4>
      <a:accent5>
        <a:srgbClr val="BCB5E7"/>
      </a:accent5>
      <a:accent6>
        <a:srgbClr val="FBD8BF"/>
      </a:accent6>
      <a:hlink>
        <a:srgbClr val="6983FF"/>
      </a:hlink>
      <a:folHlink>
        <a:srgbClr val="6983FF"/>
      </a:folHlink>
    </a:clrScheme>
    <a:fontScheme name="Office">
      <a:majorFont>
        <a:latin typeface="Play"/>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a:spAutoFit/>
      </a:bodyPr>
      <a:lstStyle>
        <a:defPPr algn="l">
          <a:defRPr sz="1000" i="1" dirty="0" smtClean="0">
            <a:solidFill>
              <a:schemeClr val="dk1"/>
            </a:solidFill>
          </a:defRPr>
        </a:defPPr>
      </a:lstStyle>
    </a:txDef>
  </a:objectDefaults>
  <a:extraClrSchemeLst/>
</a:theme>
</file>

<file path=ppt/theme/theme3.xml><?xml version="1.0" encoding="utf-8"?>
<a:theme xmlns:a="http://schemas.openxmlformats.org/drawingml/2006/main" name="Office Theme">
  <a:themeElements>
    <a:clrScheme name="One Brand 2022 Dark">
      <a:dk1>
        <a:srgbClr val="000000"/>
      </a:dk1>
      <a:lt1>
        <a:srgbClr val="FFFFFF"/>
      </a:lt1>
      <a:dk2>
        <a:srgbClr val="232F3E"/>
      </a:dk2>
      <a:lt2>
        <a:srgbClr val="F1F3F3"/>
      </a:lt2>
      <a:accent1>
        <a:srgbClr val="FF8500"/>
      </a:accent1>
      <a:accent2>
        <a:srgbClr val="7C59ED"/>
      </a:accent2>
      <a:accent3>
        <a:srgbClr val="38EF7D"/>
      </a:accent3>
      <a:accent4>
        <a:srgbClr val="F46DBA"/>
      </a:accent4>
      <a:accent5>
        <a:srgbClr val="9FFCEA"/>
      </a:accent5>
      <a:accent6>
        <a:srgbClr val="FBD8BF"/>
      </a:accent6>
      <a:hlink>
        <a:srgbClr val="41B1E8"/>
      </a:hlink>
      <a:folHlink>
        <a:srgbClr val="41B1E8"/>
      </a:folHlink>
    </a:clrScheme>
    <a:fontScheme name="Office">
      <a:majorFont>
        <a:latin typeface="Play"/>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034CC08-B840-594D-987B-8270AC79754B}">
  <we:reference id="3d2b7d21-fda6-4380-b3d4-39ac6c78a05c" version="1.0.1.6" store="EXCatalog" storeType="EXCatalog"/>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18233</TotalTime>
  <Words>1207</Words>
  <Application>Microsoft Macintosh PowerPoint</Application>
  <PresentationFormat>Widescreen</PresentationFormat>
  <Paragraphs>301</Paragraphs>
  <Slides>29</Slides>
  <Notes>8</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29</vt:i4>
      </vt:variant>
    </vt:vector>
  </HeadingPairs>
  <TitlesOfParts>
    <vt:vector size="34" baseType="lpstr">
      <vt:lpstr>Century Gothic</vt:lpstr>
      <vt:lpstr>Arial</vt:lpstr>
      <vt:lpstr>Play</vt:lpstr>
      <vt:lpstr>AWS AI Holdings</vt:lpstr>
      <vt:lpstr>AWS AI Holdings</vt:lpstr>
      <vt:lpstr>PowerPoint Presentation</vt:lpstr>
      <vt:lpstr>Latency is a cliff</vt:lpstr>
      <vt:lpstr>Steady state is a lie</vt:lpstr>
      <vt:lpstr>You could overprovision</vt:lpstr>
      <vt:lpstr>Two-box placeholder (neutral)</vt:lpstr>
      <vt:lpstr>Thread scalable command processing</vt:lpstr>
      <vt:lpstr>Thread scalable command processing</vt:lpstr>
      <vt:lpstr>Thread scalable command processing</vt:lpstr>
      <vt:lpstr>Thread scalable command processing</vt:lpstr>
      <vt:lpstr>Thread scalable command processing</vt:lpstr>
      <vt:lpstr>Thread scalable command processing</vt:lpstr>
      <vt:lpstr>Thread scalable command processing</vt:lpstr>
      <vt:lpstr>The host looks idle. The main thread is full.</vt:lpstr>
      <vt:lpstr>Latency is (still) a cliff</vt:lpstr>
      <vt:lpstr>Adapting to the current demand</vt:lpstr>
      <vt:lpstr>Two-box placeholder (neutral)</vt:lpstr>
      <vt:lpstr>Clustering</vt:lpstr>
      <vt:lpstr>CLUSTER SETSLOT</vt:lpstr>
      <vt:lpstr>CLUSTER SETSLOT STABLE</vt:lpstr>
      <vt:lpstr>CLUSTER MIGRATESLOTS</vt:lpstr>
      <vt:lpstr>CLUSTER SYNCSLOTS</vt:lpstr>
      <vt:lpstr>CLUSTER SYNCSLOTS</vt:lpstr>
      <vt:lpstr>CLUSTER CANCELSLOTMIGRATIONS</vt:lpstr>
      <vt:lpstr>Two-box placeholder (neutral)</vt:lpstr>
      <vt:lpstr>CLUSTER SLOT-STATS</vt:lpstr>
      <vt:lpstr>Two-box placeholder (neutral)</vt:lpstr>
      <vt:lpstr>Valkey’s architectural goals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Olson, Madelyn</dc:creator>
  <cp:lastModifiedBy>Olson, Madelyn</cp:lastModifiedBy>
  <cp:revision>117</cp:revision>
  <dcterms:created xsi:type="dcterms:W3CDTF">2025-04-15T18:05:46Z</dcterms:created>
  <dcterms:modified xsi:type="dcterms:W3CDTF">2026-08-27T19:10:38Z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9e68092-05df-4271-8e3e-b2a4c82ba797_Enabled">
    <vt:lpwstr>true</vt:lpwstr>
  </property>
  <property fmtid="{D5CDD505-2E9C-101B-9397-08002B2CF9AE}" pid="3" name="MSIP_Label_19e68092-05df-4271-8e3e-b2a4c82ba797_SetDate">
    <vt:lpwstr>2025-10-13T18:50:11Z</vt:lpwstr>
  </property>
  <property fmtid="{D5CDD505-2E9C-101B-9397-08002B2CF9AE}" pid="4" name="MSIP_Label_19e68092-05df-4271-8e3e-b2a4c82ba797_Method">
    <vt:lpwstr>Standard</vt:lpwstr>
  </property>
  <property fmtid="{D5CDD505-2E9C-101B-9397-08002B2CF9AE}" pid="5" name="MSIP_Label_19e68092-05df-4271-8e3e-b2a4c82ba797_Name">
    <vt:lpwstr>Amazon Confidential</vt:lpwstr>
  </property>
  <property fmtid="{D5CDD505-2E9C-101B-9397-08002B2CF9AE}" pid="6" name="MSIP_Label_19e68092-05df-4271-8e3e-b2a4c82ba797_SiteId">
    <vt:lpwstr>5280104a-472d-4538-9ccf-1e1d0efe8b1b</vt:lpwstr>
  </property>
  <property fmtid="{D5CDD505-2E9C-101B-9397-08002B2CF9AE}" pid="7" name="MSIP_Label_19e68092-05df-4271-8e3e-b2a4c82ba797_ActionId">
    <vt:lpwstr>b81c3afb-3afe-4c07-b9bf-69177ff0e214</vt:lpwstr>
  </property>
  <property fmtid="{D5CDD505-2E9C-101B-9397-08002B2CF9AE}" pid="8" name="MSIP_Label_19e68092-05df-4271-8e3e-b2a4c82ba797_ContentBits">
    <vt:lpwstr>0</vt:lpwstr>
  </property>
  <property fmtid="{D5CDD505-2E9C-101B-9397-08002B2CF9AE}" pid="9" name="MSIP_Label_19e68092-05df-4271-8e3e-b2a4c82ba797_Tag">
    <vt:lpwstr>50, 3, 0, 1</vt:lpwstr>
  </property>
</Properties>
</file>