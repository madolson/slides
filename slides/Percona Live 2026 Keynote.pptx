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67" r:id="rId2"/>
  </p:sldMasterIdLst>
  <p:notesMasterIdLst>
    <p:notesMasterId r:id="rId22"/>
  </p:notesMasterIdLst>
  <p:handoutMasterIdLst>
    <p:handoutMasterId r:id="rId23"/>
  </p:handoutMasterIdLst>
  <p:sldIdLst>
    <p:sldId id="1501" r:id="rId3"/>
    <p:sldId id="1505" r:id="rId4"/>
    <p:sldId id="1506" r:id="rId5"/>
    <p:sldId id="325" r:id="rId6"/>
    <p:sldId id="1512" r:id="rId7"/>
    <p:sldId id="328" r:id="rId8"/>
    <p:sldId id="329" r:id="rId9"/>
    <p:sldId id="1513" r:id="rId10"/>
    <p:sldId id="1503" r:id="rId11"/>
    <p:sldId id="1511" r:id="rId12"/>
    <p:sldId id="258" r:id="rId13"/>
    <p:sldId id="334" r:id="rId14"/>
    <p:sldId id="1514" r:id="rId15"/>
    <p:sldId id="1507" r:id="rId16"/>
    <p:sldId id="1510" r:id="rId17"/>
    <p:sldId id="1509" r:id="rId18"/>
    <p:sldId id="335" r:id="rId19"/>
    <p:sldId id="1515" r:id="rId20"/>
    <p:sldId id="1504" r:id="rId21"/>
  </p:sldIdLst>
  <p:sldSz cx="12192000" cy="6858000"/>
  <p:notesSz cx="6858000" cy="9144000"/>
  <p:embeddedFontLst>
    <p:embeddedFont>
      <p:font typeface="Amazon Ember" panose="020B0603020204020204" pitchFamily="34" charset="0"/>
      <p:regular r:id="rId24"/>
      <p:bold r:id="rId25"/>
      <p:italic r:id="rId26"/>
      <p:boldItalic r:id="rId27"/>
    </p:embeddedFont>
    <p:embeddedFont>
      <p:font typeface="AmazonEmberBold" panose="020B0603020204020204" pitchFamily="34" charset="0"/>
      <p:bold r:id="rId28"/>
      <p:italic r:id="rId29"/>
      <p:boldItalic r:id="rId30"/>
    </p:embeddedFont>
    <p:embeddedFont>
      <p:font typeface="Century Gothic" panose="020B0502020202020204" pitchFamily="34" charset="0"/>
      <p:regular r:id="rId31"/>
      <p:bold r:id="rId32"/>
      <p:italic r:id="rId33"/>
      <p:boldItalic r:id="rId34"/>
    </p:embeddedFont>
    <p:embeddedFont>
      <p:font typeface="Consolas" panose="020B0609020204030204" pitchFamily="49" charset="0"/>
      <p:regular r:id="rId35"/>
      <p:bold r:id="rId36"/>
      <p:italic r:id="rId37"/>
      <p:boldItalic r:id="rId38"/>
    </p:embeddedFont>
    <p:embeddedFont>
      <p:font typeface="Play"/>
      <p:regular r:id="rId39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General" id="{955B2512-A0E9-004C-A974-F37B9108860F}">
          <p14:sldIdLst>
            <p14:sldId id="1501"/>
            <p14:sldId id="1505"/>
            <p14:sldId id="1506"/>
            <p14:sldId id="325"/>
            <p14:sldId id="1512"/>
            <p14:sldId id="328"/>
            <p14:sldId id="329"/>
            <p14:sldId id="1513"/>
            <p14:sldId id="1503"/>
            <p14:sldId id="1511"/>
            <p14:sldId id="258"/>
            <p14:sldId id="334"/>
            <p14:sldId id="1514"/>
            <p14:sldId id="1507"/>
            <p14:sldId id="1510"/>
            <p14:sldId id="1509"/>
            <p14:sldId id="335"/>
            <p14:sldId id="1515"/>
            <p14:sldId id="1504"/>
          </p14:sldIdLst>
        </p14:section>
        <p14:section name="Features" id="{B6C2DFD3-F7BC-E445-8136-6E30FB47F7B9}">
          <p14:sldIdLst/>
        </p14:section>
        <p14:section name="Template examples" id="{899405CC-6E1E-4C49-BD4C-AAB5EBF02875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6" roundtripDataSignature="AMtx7mgBjwdw4Z9xz+EjAItyouivSXpb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201"/>
    <p:restoredTop sz="71623"/>
  </p:normalViewPr>
  <p:slideViewPr>
    <p:cSldViewPr snapToGrid="0">
      <p:cViewPr varScale="1">
        <p:scale>
          <a:sx n="89" d="100"/>
          <a:sy n="89" d="100"/>
        </p:scale>
        <p:origin x="6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65" d="100"/>
          <a:sy n="165" d="100"/>
        </p:scale>
        <p:origin x="5296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19.xml"/><Relationship Id="rId34" Type="http://schemas.openxmlformats.org/officeDocument/2006/relationships/font" Target="fonts/font11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8.fntdata"/><Relationship Id="rId6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56" Type="http://customschemas.google.com/relationships/presentationmetadata" Target="meta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59" Type="http://schemas.openxmlformats.org/officeDocument/2006/relationships/theme" Target="theme/theme1.xml"/><Relationship Id="rId20" Type="http://schemas.openxmlformats.org/officeDocument/2006/relationships/slide" Target="slides/slide1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Commits</c:v>
                </c:pt>
              </c:strCache>
            </c:strRef>
          </c:tx>
          <c:spPr>
            <a:solidFill>
              <a:srgbClr val="33679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586</c:v>
                </c:pt>
                <c:pt idx="1">
                  <c:v>762</c:v>
                </c:pt>
                <c:pt idx="2">
                  <c:v>227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4B-3047-AC6C-1A7E7B0F0B8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MariaDB</c:v>
                </c:pt>
              </c:strCache>
            </c:strRef>
          </c:tx>
          <c:spPr>
            <a:solidFill>
              <a:srgbClr val="00354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35</c:v>
                </c:pt>
                <c:pt idx="2">
                  <c:v>54</c:v>
                </c:pt>
                <c:pt idx="3">
                  <c:v>47</c:v>
                </c:pt>
                <c:pt idx="4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F7-0241-94DF-962B3DF5D7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MySQL</c:v>
                </c:pt>
              </c:strCache>
            </c:strRef>
          </c:tx>
          <c:spPr>
            <a:solidFill>
              <a:srgbClr val="E489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7</c:v>
                </c:pt>
                <c:pt idx="3">
                  <c:v>8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F7-0241-94DF-962B3DF5D7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Contributions</c:v>
                </c:pt>
              </c:strCache>
            </c:strRef>
          </c:tx>
          <c:spPr>
            <a:solidFill>
              <a:srgbClr val="6983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179</c:v>
                </c:pt>
                <c:pt idx="1">
                  <c:v>219</c:v>
                </c:pt>
                <c:pt idx="2">
                  <c:v>109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F7-0241-94DF-962B3DF5D7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60A7F18-A111-AB6A-97B8-B13BD21983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721FC1-A360-DBB8-0D4E-F8382AEAEE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A8BFF4-3DC3-D34C-B801-A1856919C1BB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CAE0C6-45D2-84B2-2F94-5D3078BB1B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69EAEC-8756-8E23-D948-BCAD92B39E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76D86-3DF6-9345-A4E1-DF218D723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3166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3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048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048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048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048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sldNum" idx="12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‹#›</a:t>
            </a:fld>
            <a:endParaRPr sz="10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  <p:extLst>
    <p:ext uri="{620B2872-D7B9-4A21-9093-7833F8D536E1}">
      <p15:sldGuideLst xmlns:p15="http://schemas.microsoft.com/office/powerpoint/2012/main">
        <p15:guide id="1" pos="2160">
          <p15:clr>
            <a:srgbClr val="F26B43"/>
          </p15:clr>
        </p15:guide>
        <p15:guide id="2" orient="horz" pos="2880">
          <p15:clr>
            <a:srgbClr val="F26B43"/>
          </p15:clr>
        </p15:guide>
        <p15:guide id="3" pos="264">
          <p15:clr>
            <a:srgbClr val="F26B43"/>
          </p15:clr>
        </p15:guide>
        <p15:guide id="4" pos="4056">
          <p15:clr>
            <a:srgbClr val="F26B43"/>
          </p15:clr>
        </p15:guide>
        <p15:guide id="5" orient="horz" pos="288">
          <p15:clr>
            <a:srgbClr val="F26B43"/>
          </p15:clr>
        </p15:guide>
        <p15:guide id="6" orient="horz" pos="2640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baseline="0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Arial" panose="020B0604020202020204" pitchFamily="34" charset="0"/>
              <a:ea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01882E56-9BBC-5549-962E-8E06798B1869}" type="datetime8">
              <a:rPr lang="en-US" smtClean="0"/>
              <a:t>5/27/26 8:02 AM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065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AEF33-E494-98BF-99F6-665B625D6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AEEB34-D85A-F9A0-33AC-84F9162BCF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8C8D10-620A-724F-7E47-1AEA512CF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Set the tone. This is about community contribution, not product marketing.</a:t>
            </a:r>
            <a:endParaRPr lang="en-US" dirty="0"/>
          </a:p>
          <a:p>
            <a:endParaRPr lang="en-US" dirty="0"/>
          </a:p>
          <a:p>
            <a:r>
              <a:rPr lang="en-US" dirty="0"/>
              <a:t>Show some slides about how we 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39EB1-50ED-6D8B-DCB1-9D15A53904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</p:sp>
    </p:spTree>
    <p:extLst>
      <p:ext uri="{BB962C8B-B14F-4D97-AF65-F5344CB8AC3E}">
        <p14:creationId xmlns:p14="http://schemas.microsoft.com/office/powerpoint/2010/main" val="4040774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09D6A-4A7B-BA1D-6C9C-F93628809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1C39B1-928B-D0B6-9EBC-4C08D838D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6A916E-547F-E088-27B0-7A60064D3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Set the tone. This is about community contribution, not product marketing.</a:t>
            </a:r>
            <a:endParaRPr lang="en-US" dirty="0"/>
          </a:p>
          <a:p>
            <a:endParaRPr lang="en-US" dirty="0"/>
          </a:p>
          <a:p>
            <a:r>
              <a:rPr lang="en-US" dirty="0"/>
              <a:t>Show some slides about how we 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252878-7A0D-1FD0-AE59-5141750DF4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</p:sp>
    </p:spTree>
    <p:extLst>
      <p:ext uri="{BB962C8B-B14F-4D97-AF65-F5344CB8AC3E}">
        <p14:creationId xmlns:p14="http://schemas.microsoft.com/office/powerpoint/2010/main" val="2129063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Our customers told us the same thing. VACUUM pain. Upgrade fear. So we worked with the community.</a:t>
            </a:r>
          </a:p>
          <a:p>
            <a:endParaRPr dirty="0"/>
          </a:p>
          <a:p>
            <a:r>
              <a:rPr dirty="0"/>
              <a:t>Broadly </a:t>
            </a:r>
            <a:r>
              <a:rPr dirty="0" err="1"/>
              <a:t>Vaccuuming</a:t>
            </a:r>
            <a:r>
              <a:rPr dirty="0"/>
              <a:t> is faster. Primarily when hitting the transaction ID limit, that is the 6x.</a:t>
            </a:r>
          </a:p>
          <a:p>
            <a:r>
              <a:rPr dirty="0"/>
              <a:t>Logical replication. After major versions, replication slots were invalidated. Now they are not, replicas can "PSYNC".</a:t>
            </a:r>
          </a:p>
          <a:p>
            <a:r>
              <a:rPr dirty="0"/>
              <a:t>Chan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50493-323F-9CC9-51EC-9DA69E37A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1B7434-CD92-DCAB-B9BF-441ABEC399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656674-729F-348E-AC01-8F751E5690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6FA15-3172-BDBB-735B-551AEA92D7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</p:sp>
    </p:spTree>
    <p:extLst>
      <p:ext uri="{BB962C8B-B14F-4D97-AF65-F5344CB8AC3E}">
        <p14:creationId xmlns:p14="http://schemas.microsoft.com/office/powerpoint/2010/main" val="2293726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Not glamorous. But keeps databases safe in production. We do it upstream so everyone benefits.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Smaller volume, focused on what matters most. Upgrade reliability and correctness bugs.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DAB42-B759-ABBE-1C74-EF24264E6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A1B705-6C3C-ABFB-1F6A-582A24D2E6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AAD61A-66A4-3A42-9E75-05585EA2F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Smaller volume, focused on what matters most. Upgrade reliability and correctness bugs.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C6EBA-DF91-D687-8DC9-4837CB8B38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</p:sp>
    </p:spTree>
    <p:extLst>
      <p:ext uri="{BB962C8B-B14F-4D97-AF65-F5344CB8AC3E}">
        <p14:creationId xmlns:p14="http://schemas.microsoft.com/office/powerpoint/2010/main" val="27615202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8661F-6066-1048-020A-6C20C17BA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79F08F-1B14-BD32-2848-0D5F77A997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BBFD92-3C08-0375-7A18-63E65C4E0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baseline="0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D3BABD5-CEE0-69CF-E31E-A4CC523B775A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F3410-71DE-6713-DAF4-9343F520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Arial" panose="020B0604020202020204" pitchFamily="34" charset="0"/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6285CC8-FA4B-6921-60F2-617039F9F0C0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01882E56-9BBC-5549-962E-8E06798B1869}" type="datetime8">
              <a:rPr lang="en-US" smtClean="0"/>
              <a:t>5/27/26 8:02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710CC-1455-9DE9-6DE9-E4AFB999D92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3942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This is the transparency play. We are publishing these so customers can plan upgrades. Hold us accountable. We want to do better than before.</a:t>
            </a:r>
          </a:p>
          <a:p>
            <a:endParaRPr dirty="0"/>
          </a:p>
          <a:p>
            <a:r>
              <a:rPr dirty="0"/>
              <a:t>Steal this table instead: https://</a:t>
            </a:r>
            <a:r>
              <a:rPr dirty="0" err="1"/>
              <a:t>aws.amazon.com</a:t>
            </a:r>
            <a:r>
              <a:rPr dirty="0"/>
              <a:t>/blogs/database/knowing-when-new-open-source-database-engine-versions-release-on-amazon-aurora-and-amazon-rds/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3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Three key points about Valkey:</a:t>
            </a:r>
            <a:br>
              <a:rPr lang="en-US" dirty="0"/>
            </a:br>
            <a:r>
              <a:rPr lang="en-US" dirty="0"/>
              <a:t>1. It’s fully compatible with Redis OSS 7.2, and will always be.</a:t>
            </a:r>
            <a:endParaRPr dirty="0"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dirty="0"/>
              <a:t>2. It’s backed by the </a:t>
            </a:r>
            <a:r>
              <a:rPr lang="en-US" dirty="0" err="1"/>
              <a:t>linux</a:t>
            </a:r>
            <a:r>
              <a:rPr lang="en-US" dirty="0"/>
              <a:t> foundation, so it will remain open-source and vendor neutral.</a:t>
            </a:r>
            <a:endParaRPr dirty="0"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dirty="0"/>
              <a:t>3. It has a diverse backing. There are six technical steering members, from six different companies.</a:t>
            </a:r>
            <a:endParaRPr dirty="0"/>
          </a:p>
        </p:txBody>
      </p:sp>
      <p:sp>
        <p:nvSpPr>
          <p:cNvPr id="113" name="Google Shape;113;p3:notes"/>
          <p:cNvSpPr txBox="1">
            <a:spLocks noGrp="1"/>
          </p:cNvSpPr>
          <p:nvPr>
            <p:ph type="sldNum" idx="12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Google built the vector search base engine. We added full-text search, tag queries, numeric ranges, and aggregations on top. Bloom filters are a separate module for probabilistic membership testing. Together these make Valkey more than a cache.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DAB42-B759-ABBE-1C74-EF24264E6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A1B705-6C3C-ABFB-1F6A-582A24D2E6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AAD61A-66A4-3A42-9E75-05585EA2F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Smaller volume, focused on what matters most. Upgrade reliability and correctness bugs.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C6EBA-DF91-D687-8DC9-4837CB8B38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</p:sp>
    </p:spTree>
    <p:extLst>
      <p:ext uri="{BB962C8B-B14F-4D97-AF65-F5344CB8AC3E}">
        <p14:creationId xmlns:p14="http://schemas.microsoft.com/office/powerpoint/2010/main" val="27615202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8E2A6-E7DA-4C58-ED50-F9F3F27E1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A29B74-5178-DEDB-D2F3-7D5C2A5799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7760B-A5A1-931C-7220-6EA3B8E24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baseline="0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828127F-F883-212D-AA66-E54FEDD48216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0813A-C471-6CF7-04B5-7BFE50242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Arial" panose="020B0604020202020204" pitchFamily="34" charset="0"/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99872BD-A30A-E2B1-1ADE-2EEB0F186D6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01882E56-9BBC-5549-962E-8E06798B1869}" type="datetime8">
              <a:rPr lang="en-US" smtClean="0"/>
              <a:t>5/27/26 8:02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64F19C-9525-9C70-F877-8D69AB304D0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0989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5DF2-82A9-5D91-BC24-66160B40A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71B835-CCC1-A7FE-064A-1F9FEB2BD3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78A98A-DA68-003E-106C-6F21BCAFF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Contributing capabilities into open source engines. Your DB should handle AI without a new service.</a:t>
            </a:r>
          </a:p>
          <a:p>
            <a:endParaRPr dirty="0"/>
          </a:p>
          <a:p>
            <a:r>
              <a:rPr dirty="0"/>
              <a:t>Contributing to the AI space. </a:t>
            </a:r>
          </a:p>
          <a:p>
            <a:endParaRPr dirty="0"/>
          </a:p>
          <a:p>
            <a:r>
              <a:rPr dirty="0"/>
              <a:t>Vector is a feature of a database.</a:t>
            </a:r>
            <a:endParaRPr lang="en-US" dirty="0"/>
          </a:p>
          <a:p>
            <a:endParaRPr lang="en-US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Looking for novel methods and vectors for security issues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20B85-53D7-FB2E-2222-D19D2D3116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</p:sp>
    </p:spTree>
    <p:extLst>
      <p:ext uri="{BB962C8B-B14F-4D97-AF65-F5344CB8AC3E}">
        <p14:creationId xmlns:p14="http://schemas.microsoft.com/office/powerpoint/2010/main" val="30707061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182BB-A3E7-DBD1-7079-6A5E8FEB3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57C26C-9266-C2C7-9077-D6E3840883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9E4899-5E9A-65F9-7108-0CA033731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Contributing capabilities into open source engines. Your DB should handle AI without a new service.</a:t>
            </a:r>
          </a:p>
          <a:p>
            <a:endParaRPr dirty="0"/>
          </a:p>
          <a:p>
            <a:r>
              <a:rPr dirty="0"/>
              <a:t>Contributing to the AI space. </a:t>
            </a:r>
          </a:p>
          <a:p>
            <a:endParaRPr dirty="0"/>
          </a:p>
          <a:p>
            <a:r>
              <a:rPr dirty="0"/>
              <a:t>Vector is a feature of a database.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01081-D28C-C2C3-3F18-9348B93621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</p:sp>
    </p:spTree>
    <p:extLst>
      <p:ext uri="{BB962C8B-B14F-4D97-AF65-F5344CB8AC3E}">
        <p14:creationId xmlns:p14="http://schemas.microsoft.com/office/powerpoint/2010/main" val="42156499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Contributing capabilities into open source engines. Your DB should handle AI without a new service.</a:t>
            </a:r>
          </a:p>
          <a:p>
            <a:endParaRPr dirty="0"/>
          </a:p>
          <a:p>
            <a:r>
              <a:rPr dirty="0"/>
              <a:t>Contributing to the AI space. </a:t>
            </a:r>
          </a:p>
          <a:p>
            <a:endParaRPr dirty="0"/>
          </a:p>
          <a:p>
            <a:r>
              <a:rPr dirty="0"/>
              <a:t>Vector is a feature of a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3E074-0667-C99B-F0FF-DE0C25B8A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747184-D12F-9463-F71D-266498A176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2168A2-7B1F-8C51-DC0A-828E4FD04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Contributing capabilities into open source engines. Your DB should handle AI without a new service.</a:t>
            </a:r>
          </a:p>
          <a:p>
            <a:endParaRPr dirty="0"/>
          </a:p>
          <a:p>
            <a:r>
              <a:rPr dirty="0"/>
              <a:t>Contributing to the AI space. </a:t>
            </a:r>
          </a:p>
          <a:p>
            <a:endParaRPr dirty="0"/>
          </a:p>
          <a:p>
            <a:r>
              <a:rPr dirty="0"/>
              <a:t>Vector is a feature of a database.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E421E-CAAC-345C-7046-27C7758B1A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</p:sp>
    </p:spTree>
    <p:extLst>
      <p:ext uri="{BB962C8B-B14F-4D97-AF65-F5344CB8AC3E}">
        <p14:creationId xmlns:p14="http://schemas.microsoft.com/office/powerpoint/2010/main" val="33904485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59BF7-D480-942C-0193-82D129CF3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1185D0-0DEA-8A5E-F5E0-4632E3BCF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1269A3-837F-4552-372F-F509858F6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baseline="0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AA6F312-E003-3B43-D07A-AA4B66EDDEBD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C92C6-F6F4-1CA3-6011-2C2C1B33D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Arial" panose="020B0604020202020204" pitchFamily="34" charset="0"/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9934139-F818-7C87-7C43-C91A3E9659CB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01882E56-9BBC-5549-962E-8E06798B1869}" type="datetime8">
              <a:rPr lang="en-US" smtClean="0"/>
              <a:t>5/27/26 8:02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6BC20-71B1-153E-3B3F-6EA072CB80E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25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ont">
  <p:cSld name="Title + Co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0"/>
          <p:cNvSpPr txBox="1">
            <a:spLocks noGrp="1"/>
          </p:cNvSpPr>
          <p:nvPr>
            <p:ph type="title"/>
          </p:nvPr>
        </p:nvSpPr>
        <p:spPr>
          <a:xfrm>
            <a:off x="609600" y="400019"/>
            <a:ext cx="11062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40"/>
          <p:cNvSpPr txBox="1">
            <a:spLocks noGrp="1"/>
          </p:cNvSpPr>
          <p:nvPr>
            <p:ph type="body" idx="1"/>
          </p:nvPr>
        </p:nvSpPr>
        <p:spPr>
          <a:xfrm>
            <a:off x="609600" y="1445931"/>
            <a:ext cx="11062800" cy="4565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 + Cont">
  <p:cSld name="Title + Sub + Co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3"/>
          <p:cNvSpPr txBox="1">
            <a:spLocks noGrp="1"/>
          </p:cNvSpPr>
          <p:nvPr>
            <p:ph type="title"/>
          </p:nvPr>
        </p:nvSpPr>
        <p:spPr>
          <a:xfrm>
            <a:off x="609600" y="400019"/>
            <a:ext cx="11062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3"/>
          <p:cNvSpPr txBox="1">
            <a:spLocks noGrp="1"/>
          </p:cNvSpPr>
          <p:nvPr>
            <p:ph type="body" idx="1"/>
          </p:nvPr>
        </p:nvSpPr>
        <p:spPr>
          <a:xfrm>
            <a:off x="609600" y="1830787"/>
            <a:ext cx="11062800" cy="4180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43"/>
          <p:cNvSpPr txBox="1">
            <a:spLocks noGrp="1"/>
          </p:cNvSpPr>
          <p:nvPr>
            <p:ph type="body" idx="2"/>
          </p:nvPr>
        </p:nvSpPr>
        <p:spPr>
          <a:xfrm>
            <a:off x="619125" y="857063"/>
            <a:ext cx="1106280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None/>
              <a:defRPr sz="1100" b="1" i="0" cap="none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  <p15:guide id="2" orient="horz" pos="1128">
          <p15:clr>
            <a:srgbClr val="9FCC3B"/>
          </p15:clr>
        </p15:guide>
        <p15:guide id="3" orient="horz" pos="134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6"/>
          <p:cNvSpPr txBox="1">
            <a:spLocks noGrp="1"/>
          </p:cNvSpPr>
          <p:nvPr>
            <p:ph type="title"/>
          </p:nvPr>
        </p:nvSpPr>
        <p:spPr>
          <a:xfrm>
            <a:off x="609600" y="400019"/>
            <a:ext cx="11062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  <a:defRPr sz="3200" b="1" i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title">
  <p:cSld name="Title + Subtitl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7"/>
          <p:cNvSpPr txBox="1">
            <a:spLocks noGrp="1"/>
          </p:cNvSpPr>
          <p:nvPr>
            <p:ph type="title"/>
          </p:nvPr>
        </p:nvSpPr>
        <p:spPr>
          <a:xfrm>
            <a:off x="609600" y="400019"/>
            <a:ext cx="11062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7"/>
          <p:cNvSpPr txBox="1">
            <a:spLocks noGrp="1"/>
          </p:cNvSpPr>
          <p:nvPr>
            <p:ph type="body" idx="1"/>
          </p:nvPr>
        </p:nvSpPr>
        <p:spPr>
          <a:xfrm>
            <a:off x="619125" y="857063"/>
            <a:ext cx="1106280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None/>
              <a:defRPr sz="1100" b="1" i="0" cap="none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ont + Right Img Small">
  <p:cSld name="Title + Cont + Right Img Small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8"/>
          <p:cNvSpPr txBox="1">
            <a:spLocks noGrp="1"/>
          </p:cNvSpPr>
          <p:nvPr>
            <p:ph type="title"/>
          </p:nvPr>
        </p:nvSpPr>
        <p:spPr>
          <a:xfrm>
            <a:off x="609599" y="400019"/>
            <a:ext cx="6809117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8"/>
          <p:cNvSpPr>
            <a:spLocks noGrp="1"/>
          </p:cNvSpPr>
          <p:nvPr>
            <p:ph type="pic" idx="2"/>
          </p:nvPr>
        </p:nvSpPr>
        <p:spPr>
          <a:xfrm>
            <a:off x="7884543" y="0"/>
            <a:ext cx="4307456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Google Shape;57;p48"/>
          <p:cNvSpPr txBox="1">
            <a:spLocks noGrp="1"/>
          </p:cNvSpPr>
          <p:nvPr>
            <p:ph type="body" idx="1"/>
          </p:nvPr>
        </p:nvSpPr>
        <p:spPr>
          <a:xfrm>
            <a:off x="609600" y="1445932"/>
            <a:ext cx="6809116" cy="4565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6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x Cont with Headings">
  <p:cSld name="Title + 2x Cont with Headings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9"/>
          <p:cNvSpPr txBox="1">
            <a:spLocks noGrp="1"/>
          </p:cNvSpPr>
          <p:nvPr>
            <p:ph type="title"/>
          </p:nvPr>
        </p:nvSpPr>
        <p:spPr>
          <a:xfrm>
            <a:off x="609599" y="400019"/>
            <a:ext cx="11062801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9"/>
          <p:cNvSpPr txBox="1">
            <a:spLocks noGrp="1"/>
          </p:cNvSpPr>
          <p:nvPr>
            <p:ph type="body" idx="1"/>
          </p:nvPr>
        </p:nvSpPr>
        <p:spPr>
          <a:xfrm>
            <a:off x="609599" y="1662252"/>
            <a:ext cx="52486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20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49"/>
          <p:cNvSpPr txBox="1">
            <a:spLocks noGrp="1"/>
          </p:cNvSpPr>
          <p:nvPr>
            <p:ph type="body" idx="2"/>
          </p:nvPr>
        </p:nvSpPr>
        <p:spPr>
          <a:xfrm>
            <a:off x="609599" y="2072991"/>
            <a:ext cx="5248656" cy="3938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49"/>
          <p:cNvSpPr txBox="1">
            <a:spLocks noGrp="1"/>
          </p:cNvSpPr>
          <p:nvPr>
            <p:ph type="body" idx="3"/>
          </p:nvPr>
        </p:nvSpPr>
        <p:spPr>
          <a:xfrm>
            <a:off x="6423744" y="1662252"/>
            <a:ext cx="52486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20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49"/>
          <p:cNvSpPr txBox="1">
            <a:spLocks noGrp="1"/>
          </p:cNvSpPr>
          <p:nvPr>
            <p:ph type="body" idx="4"/>
          </p:nvPr>
        </p:nvSpPr>
        <p:spPr>
          <a:xfrm>
            <a:off x="6423744" y="2072991"/>
            <a:ext cx="5248656" cy="3938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0"/>
          <p:cNvSpPr txBox="1">
            <a:spLocks noGrp="1"/>
          </p:cNvSpPr>
          <p:nvPr>
            <p:ph type="title"/>
          </p:nvPr>
        </p:nvSpPr>
        <p:spPr>
          <a:xfrm>
            <a:off x="609599" y="2571622"/>
            <a:ext cx="10130971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0"/>
          <p:cNvSpPr txBox="1">
            <a:spLocks noGrp="1"/>
          </p:cNvSpPr>
          <p:nvPr>
            <p:ph type="body" idx="1"/>
          </p:nvPr>
        </p:nvSpPr>
        <p:spPr>
          <a:xfrm>
            <a:off x="881063" y="4356013"/>
            <a:ext cx="54864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0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50"/>
          <p:cNvSpPr txBox="1">
            <a:spLocks noGrp="1"/>
          </p:cNvSpPr>
          <p:nvPr>
            <p:ph type="body" idx="2"/>
          </p:nvPr>
        </p:nvSpPr>
        <p:spPr>
          <a:xfrm>
            <a:off x="881063" y="4692818"/>
            <a:ext cx="5486400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8">
          <p15:clr>
            <a:srgbClr val="FBAE40"/>
          </p15:clr>
        </p15:guide>
        <p15:guide id="2" orient="horz" pos="259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" userDrawn="1">
  <p:cSld name="Code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1"/>
          <p:cNvSpPr txBox="1">
            <a:spLocks noGrp="1"/>
          </p:cNvSpPr>
          <p:nvPr>
            <p:ph type="title"/>
          </p:nvPr>
        </p:nvSpPr>
        <p:spPr>
          <a:xfrm>
            <a:off x="609600" y="914403"/>
            <a:ext cx="10972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olding">
  <p:cSld name="Holding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464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orient="horz" pos="1272">
          <p15:clr>
            <a:srgbClr val="FBAE40"/>
          </p15:clr>
        </p15:guide>
        <p15:guide id="4" orient="horz" pos="172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ull Image">
  <p:cSld name="Full Imag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4"/>
          <p:cNvSpPr>
            <a:spLocks noGrp="1"/>
          </p:cNvSpPr>
          <p:nvPr>
            <p:ph type="pic" idx="2"/>
          </p:nvPr>
        </p:nvSpPr>
        <p:spPr>
          <a:xfrm>
            <a:off x="0" y="3"/>
            <a:ext cx="12192000" cy="6857999"/>
          </a:xfrm>
          <a:prstGeom prst="rect">
            <a:avLst/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ideo">
  <p:cSld name="Video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5"/>
          <p:cNvSpPr>
            <a:spLocks noGrp="1"/>
          </p:cNvSpPr>
          <p:nvPr>
            <p:ph type="media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entury Gothic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pic>
        <p:nvPicPr>
          <p:cNvPr id="83" name="Google Shape;83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94672" y="2327672"/>
            <a:ext cx="2202656" cy="2202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_OneSpeak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5C51F4B-76CE-4269-A8A1-B3D8041F18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white"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269241" y="1941677"/>
            <a:ext cx="8718497" cy="918585"/>
          </a:xfrm>
          <a:noFill/>
        </p:spPr>
        <p:txBody>
          <a:bodyPr lIns="182880" tIns="146304" rIns="182880" bIns="146304" anchor="t" anchorCtr="0"/>
          <a:lstStyle>
            <a:lvl1pPr>
              <a:defRPr sz="4499" spc="-98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269875" y="3877469"/>
            <a:ext cx="8715374" cy="1387928"/>
          </a:xfrm>
        </p:spPr>
        <p:txBody>
          <a:bodyPr lIns="182880" tIns="146304" rIns="182880" bIns="146304">
            <a:noAutofit/>
          </a:bodyPr>
          <a:lstStyle>
            <a:lvl1pPr marL="0" indent="0">
              <a:spcBef>
                <a:spcPts val="0"/>
              </a:spcBef>
              <a:buNone/>
              <a:defRPr lang="en-US" sz="1999" b="0" kern="1200" spc="0" baseline="0" dirty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marL="0" marR="0" lvl="0" indent="0" algn="l" defTabSz="9141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 dirty="0"/>
              <a:t>Speaker Name</a:t>
            </a:r>
          </a:p>
          <a:p>
            <a:pPr marL="0" marR="0" lvl="0" indent="0" algn="l" defTabSz="9141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 dirty="0"/>
              <a:t>Job Title</a:t>
            </a:r>
          </a:p>
          <a:p>
            <a:pPr marL="0" marR="0" lvl="0" indent="0" algn="l" defTabSz="9141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 dirty="0"/>
              <a:t>Company/Org Name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269240" y="1226096"/>
            <a:ext cx="8718497" cy="551818"/>
          </a:xfrm>
        </p:spPr>
        <p:txBody>
          <a:bodyPr vert="horz" wrap="square" lIns="182880" tIns="146304" rIns="182880" bIns="146304" rtlCol="0">
            <a:spAutoFit/>
          </a:bodyPr>
          <a:lstStyle>
            <a:lvl1pPr>
              <a:defRPr lang="en-US" sz="1666" spc="5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 err="1"/>
              <a:t>SessionID</a:t>
            </a:r>
            <a:endParaRPr lang="en-US" dirty="0"/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6F758A9E-D98A-4B48-B7C9-FD59B2A7D711}"/>
              </a:ext>
            </a:extLst>
          </p:cNvPr>
          <p:cNvSpPr txBox="1">
            <a:spLocks noChangeArrowheads="1"/>
          </p:cNvSpPr>
          <p:nvPr userDrawn="1"/>
        </p:nvSpPr>
        <p:spPr bwMode="black">
          <a:xfrm>
            <a:off x="4445001" y="6273942"/>
            <a:ext cx="3302000" cy="115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x-none" sz="750" b="0" i="0" dirty="0">
                <a:solidFill>
                  <a:schemeClr val="tx1"/>
                </a:solidFill>
                <a:latin typeface="Amazon Ember" charset="0"/>
                <a:ea typeface="Amazon Ember" charset="0"/>
                <a:cs typeface="Amazon Ember" charset="0"/>
              </a:rPr>
              <a:t>© 2026, Amazon Web Services, Inc. or its affiliates. All rights reserved.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F37C4F5-F56D-44D5-9ECD-8BF490385D7A}"/>
              </a:ext>
            </a:extLst>
          </p:cNvPr>
          <p:cNvSpPr/>
          <p:nvPr userDrawn="1"/>
        </p:nvSpPr>
        <p:spPr bwMode="black">
          <a:xfrm>
            <a:off x="448471" y="6257717"/>
            <a:ext cx="446236" cy="267710"/>
          </a:xfrm>
          <a:custGeom>
            <a:avLst/>
            <a:gdLst>
              <a:gd name="connsiteX0" fmla="*/ 16294 w 1038916"/>
              <a:gd name="connsiteY0" fmla="*/ 412214 h 623280"/>
              <a:gd name="connsiteX1" fmla="*/ 530500 w 1038916"/>
              <a:gd name="connsiteY1" fmla="*/ 548204 h 623280"/>
              <a:gd name="connsiteX2" fmla="*/ 922882 w 1038916"/>
              <a:gd name="connsiteY2" fmla="*/ 467460 h 623280"/>
              <a:gd name="connsiteX3" fmla="*/ 939881 w 1038916"/>
              <a:gd name="connsiteY3" fmla="*/ 494374 h 623280"/>
              <a:gd name="connsiteX4" fmla="*/ 519167 w 1038916"/>
              <a:gd name="connsiteY4" fmla="*/ 623280 h 623280"/>
              <a:gd name="connsiteX5" fmla="*/ 4961 w 1038916"/>
              <a:gd name="connsiteY5" fmla="*/ 427796 h 623280"/>
              <a:gd name="connsiteX6" fmla="*/ 16294 w 1038916"/>
              <a:gd name="connsiteY6" fmla="*/ 412214 h 623280"/>
              <a:gd name="connsiteX7" fmla="*/ 962369 w 1038916"/>
              <a:gd name="connsiteY7" fmla="*/ 389372 h 623280"/>
              <a:gd name="connsiteX8" fmla="*/ 1034790 w 1038916"/>
              <a:gd name="connsiteY8" fmla="*/ 403715 h 623280"/>
              <a:gd name="connsiteX9" fmla="*/ 971045 w 1038916"/>
              <a:gd name="connsiteY9" fmla="*/ 576534 h 623280"/>
              <a:gd name="connsiteX10" fmla="*/ 956880 w 1038916"/>
              <a:gd name="connsiteY10" fmla="*/ 569451 h 623280"/>
              <a:gd name="connsiteX11" fmla="*/ 986627 w 1038916"/>
              <a:gd name="connsiteY11" fmla="*/ 440545 h 623280"/>
              <a:gd name="connsiteX12" fmla="*/ 853471 w 1038916"/>
              <a:gd name="connsiteY12" fmla="*/ 436295 h 623280"/>
              <a:gd name="connsiteX13" fmla="*/ 850638 w 1038916"/>
              <a:gd name="connsiteY13" fmla="*/ 420713 h 623280"/>
              <a:gd name="connsiteX14" fmla="*/ 962369 w 1038916"/>
              <a:gd name="connsiteY14" fmla="*/ 389372 h 623280"/>
              <a:gd name="connsiteX15" fmla="*/ 172113 w 1038916"/>
              <a:gd name="connsiteY15" fmla="*/ 175652 h 623280"/>
              <a:gd name="connsiteX16" fmla="*/ 121118 w 1038916"/>
              <a:gd name="connsiteY16" fmla="*/ 189817 h 623280"/>
              <a:gd name="connsiteX17" fmla="*/ 104119 w 1038916"/>
              <a:gd name="connsiteY17" fmla="*/ 229480 h 623280"/>
              <a:gd name="connsiteX18" fmla="*/ 116868 w 1038916"/>
              <a:gd name="connsiteY18" fmla="*/ 266310 h 623280"/>
              <a:gd name="connsiteX19" fmla="*/ 153698 w 1038916"/>
              <a:gd name="connsiteY19" fmla="*/ 277643 h 623280"/>
              <a:gd name="connsiteX20" fmla="*/ 189112 w 1038916"/>
              <a:gd name="connsiteY20" fmla="*/ 271976 h 623280"/>
              <a:gd name="connsiteX21" fmla="*/ 221692 w 1038916"/>
              <a:gd name="connsiteY21" fmla="*/ 249312 h 623280"/>
              <a:gd name="connsiteX22" fmla="*/ 233025 w 1038916"/>
              <a:gd name="connsiteY22" fmla="*/ 226647 h 623280"/>
              <a:gd name="connsiteX23" fmla="*/ 235858 w 1038916"/>
              <a:gd name="connsiteY23" fmla="*/ 196900 h 623280"/>
              <a:gd name="connsiteX24" fmla="*/ 235858 w 1038916"/>
              <a:gd name="connsiteY24" fmla="*/ 182734 h 623280"/>
              <a:gd name="connsiteX25" fmla="*/ 204694 w 1038916"/>
              <a:gd name="connsiteY25" fmla="*/ 177068 h 623280"/>
              <a:gd name="connsiteX26" fmla="*/ 172113 w 1038916"/>
              <a:gd name="connsiteY26" fmla="*/ 175652 h 623280"/>
              <a:gd name="connsiteX27" fmla="*/ 335016 w 1038916"/>
              <a:gd name="connsiteY27" fmla="*/ 8499 h 623280"/>
              <a:gd name="connsiteX28" fmla="*/ 369013 w 1038916"/>
              <a:gd name="connsiteY28" fmla="*/ 8499 h 623280"/>
              <a:gd name="connsiteX29" fmla="*/ 383178 w 1038916"/>
              <a:gd name="connsiteY29" fmla="*/ 11332 h 623280"/>
              <a:gd name="connsiteX30" fmla="*/ 390261 w 1038916"/>
              <a:gd name="connsiteY30" fmla="*/ 25498 h 623280"/>
              <a:gd name="connsiteX31" fmla="*/ 448339 w 1038916"/>
              <a:gd name="connsiteY31" fmla="*/ 253561 h 623280"/>
              <a:gd name="connsiteX32" fmla="*/ 502169 w 1038916"/>
              <a:gd name="connsiteY32" fmla="*/ 25498 h 623280"/>
              <a:gd name="connsiteX33" fmla="*/ 509251 w 1038916"/>
              <a:gd name="connsiteY33" fmla="*/ 11332 h 623280"/>
              <a:gd name="connsiteX34" fmla="*/ 523417 w 1038916"/>
              <a:gd name="connsiteY34" fmla="*/ 8499 h 623280"/>
              <a:gd name="connsiteX35" fmla="*/ 551748 w 1038916"/>
              <a:gd name="connsiteY35" fmla="*/ 8499 h 623280"/>
              <a:gd name="connsiteX36" fmla="*/ 565914 w 1038916"/>
              <a:gd name="connsiteY36" fmla="*/ 11332 h 623280"/>
              <a:gd name="connsiteX37" fmla="*/ 572996 w 1038916"/>
              <a:gd name="connsiteY37" fmla="*/ 25498 h 623280"/>
              <a:gd name="connsiteX38" fmla="*/ 623992 w 1038916"/>
              <a:gd name="connsiteY38" fmla="*/ 257811 h 623280"/>
              <a:gd name="connsiteX39" fmla="*/ 683487 w 1038916"/>
              <a:gd name="connsiteY39" fmla="*/ 26914 h 623280"/>
              <a:gd name="connsiteX40" fmla="*/ 690569 w 1038916"/>
              <a:gd name="connsiteY40" fmla="*/ 12749 h 623280"/>
              <a:gd name="connsiteX41" fmla="*/ 704735 w 1038916"/>
              <a:gd name="connsiteY41" fmla="*/ 9916 h 623280"/>
              <a:gd name="connsiteX42" fmla="*/ 737315 w 1038916"/>
              <a:gd name="connsiteY42" fmla="*/ 9916 h 623280"/>
              <a:gd name="connsiteX43" fmla="*/ 745815 w 1038916"/>
              <a:gd name="connsiteY43" fmla="*/ 18415 h 623280"/>
              <a:gd name="connsiteX44" fmla="*/ 745815 w 1038916"/>
              <a:gd name="connsiteY44" fmla="*/ 24081 h 623280"/>
              <a:gd name="connsiteX45" fmla="*/ 742982 w 1038916"/>
              <a:gd name="connsiteY45" fmla="*/ 32581 h 623280"/>
              <a:gd name="connsiteX46" fmla="*/ 659405 w 1038916"/>
              <a:gd name="connsiteY46" fmla="*/ 300307 h 623280"/>
              <a:gd name="connsiteX47" fmla="*/ 652323 w 1038916"/>
              <a:gd name="connsiteY47" fmla="*/ 314473 h 623280"/>
              <a:gd name="connsiteX48" fmla="*/ 639574 w 1038916"/>
              <a:gd name="connsiteY48" fmla="*/ 317306 h 623280"/>
              <a:gd name="connsiteX49" fmla="*/ 609826 w 1038916"/>
              <a:gd name="connsiteY49" fmla="*/ 317306 h 623280"/>
              <a:gd name="connsiteX50" fmla="*/ 595661 w 1038916"/>
              <a:gd name="connsiteY50" fmla="*/ 313056 h 623280"/>
              <a:gd name="connsiteX51" fmla="*/ 588578 w 1038916"/>
              <a:gd name="connsiteY51" fmla="*/ 298891 h 623280"/>
              <a:gd name="connsiteX52" fmla="*/ 534750 w 1038916"/>
              <a:gd name="connsiteY52" fmla="*/ 76493 h 623280"/>
              <a:gd name="connsiteX53" fmla="*/ 480920 w 1038916"/>
              <a:gd name="connsiteY53" fmla="*/ 298891 h 623280"/>
              <a:gd name="connsiteX54" fmla="*/ 473837 w 1038916"/>
              <a:gd name="connsiteY54" fmla="*/ 313056 h 623280"/>
              <a:gd name="connsiteX55" fmla="*/ 459672 w 1038916"/>
              <a:gd name="connsiteY55" fmla="*/ 317306 h 623280"/>
              <a:gd name="connsiteX56" fmla="*/ 431341 w 1038916"/>
              <a:gd name="connsiteY56" fmla="*/ 317306 h 623280"/>
              <a:gd name="connsiteX57" fmla="*/ 431341 w 1038916"/>
              <a:gd name="connsiteY57" fmla="*/ 315889 h 623280"/>
              <a:gd name="connsiteX58" fmla="*/ 418592 w 1038916"/>
              <a:gd name="connsiteY58" fmla="*/ 313056 h 623280"/>
              <a:gd name="connsiteX59" fmla="*/ 411509 w 1038916"/>
              <a:gd name="connsiteY59" fmla="*/ 298891 h 623280"/>
              <a:gd name="connsiteX60" fmla="*/ 330766 w 1038916"/>
              <a:gd name="connsiteY60" fmla="*/ 31164 h 623280"/>
              <a:gd name="connsiteX61" fmla="*/ 326517 w 1038916"/>
              <a:gd name="connsiteY61" fmla="*/ 16999 h 623280"/>
              <a:gd name="connsiteX62" fmla="*/ 335016 w 1038916"/>
              <a:gd name="connsiteY62" fmla="*/ 8499 h 623280"/>
              <a:gd name="connsiteX63" fmla="*/ 887469 w 1038916"/>
              <a:gd name="connsiteY63" fmla="*/ 1417 h 623280"/>
              <a:gd name="connsiteX64" fmla="*/ 910134 w 1038916"/>
              <a:gd name="connsiteY64" fmla="*/ 2833 h 623280"/>
              <a:gd name="connsiteX65" fmla="*/ 932798 w 1038916"/>
              <a:gd name="connsiteY65" fmla="*/ 7083 h 623280"/>
              <a:gd name="connsiteX66" fmla="*/ 952630 w 1038916"/>
              <a:gd name="connsiteY66" fmla="*/ 12749 h 623280"/>
              <a:gd name="connsiteX67" fmla="*/ 966795 w 1038916"/>
              <a:gd name="connsiteY67" fmla="*/ 18415 h 623280"/>
              <a:gd name="connsiteX68" fmla="*/ 976711 w 1038916"/>
              <a:gd name="connsiteY68" fmla="*/ 26914 h 623280"/>
              <a:gd name="connsiteX69" fmla="*/ 979544 w 1038916"/>
              <a:gd name="connsiteY69" fmla="*/ 38247 h 623280"/>
              <a:gd name="connsiteX70" fmla="*/ 979544 w 1038916"/>
              <a:gd name="connsiteY70" fmla="*/ 55245 h 623280"/>
              <a:gd name="connsiteX71" fmla="*/ 971045 w 1038916"/>
              <a:gd name="connsiteY71" fmla="*/ 66578 h 623280"/>
              <a:gd name="connsiteX72" fmla="*/ 958296 w 1038916"/>
              <a:gd name="connsiteY72" fmla="*/ 62328 h 623280"/>
              <a:gd name="connsiteX73" fmla="*/ 891719 w 1038916"/>
              <a:gd name="connsiteY73" fmla="*/ 49579 h 623280"/>
              <a:gd name="connsiteX74" fmla="*/ 846389 w 1038916"/>
              <a:gd name="connsiteY74" fmla="*/ 59495 h 623280"/>
              <a:gd name="connsiteX75" fmla="*/ 829391 w 1038916"/>
              <a:gd name="connsiteY75" fmla="*/ 90659 h 623280"/>
              <a:gd name="connsiteX76" fmla="*/ 839307 w 1038916"/>
              <a:gd name="connsiteY76" fmla="*/ 114740 h 623280"/>
              <a:gd name="connsiteX77" fmla="*/ 877553 w 1038916"/>
              <a:gd name="connsiteY77" fmla="*/ 133155 h 623280"/>
              <a:gd name="connsiteX78" fmla="*/ 927132 w 1038916"/>
              <a:gd name="connsiteY78" fmla="*/ 148737 h 623280"/>
              <a:gd name="connsiteX79" fmla="*/ 980961 w 1038916"/>
              <a:gd name="connsiteY79" fmla="*/ 181318 h 623280"/>
              <a:gd name="connsiteX80" fmla="*/ 996543 w 1038916"/>
              <a:gd name="connsiteY80" fmla="*/ 229480 h 623280"/>
              <a:gd name="connsiteX81" fmla="*/ 988044 w 1038916"/>
              <a:gd name="connsiteY81" fmla="*/ 269143 h 623280"/>
              <a:gd name="connsiteX82" fmla="*/ 962546 w 1038916"/>
              <a:gd name="connsiteY82" fmla="*/ 300307 h 623280"/>
              <a:gd name="connsiteX83" fmla="*/ 924299 w 1038916"/>
              <a:gd name="connsiteY83" fmla="*/ 320139 h 623280"/>
              <a:gd name="connsiteX84" fmla="*/ 874720 w 1038916"/>
              <a:gd name="connsiteY84" fmla="*/ 324389 h 623280"/>
              <a:gd name="connsiteX85" fmla="*/ 820891 w 1038916"/>
              <a:gd name="connsiteY85" fmla="*/ 318722 h 623280"/>
              <a:gd name="connsiteX86" fmla="*/ 781228 w 1038916"/>
              <a:gd name="connsiteY86" fmla="*/ 304557 h 623280"/>
              <a:gd name="connsiteX87" fmla="*/ 771312 w 1038916"/>
              <a:gd name="connsiteY87" fmla="*/ 294641 h 623280"/>
              <a:gd name="connsiteX88" fmla="*/ 769896 w 1038916"/>
              <a:gd name="connsiteY88" fmla="*/ 284725 h 623280"/>
              <a:gd name="connsiteX89" fmla="*/ 769896 w 1038916"/>
              <a:gd name="connsiteY89" fmla="*/ 267727 h 623280"/>
              <a:gd name="connsiteX90" fmla="*/ 778395 w 1038916"/>
              <a:gd name="connsiteY90" fmla="*/ 256395 h 623280"/>
              <a:gd name="connsiteX91" fmla="*/ 784061 w 1038916"/>
              <a:gd name="connsiteY91" fmla="*/ 257811 h 623280"/>
              <a:gd name="connsiteX92" fmla="*/ 792561 w 1038916"/>
              <a:gd name="connsiteY92" fmla="*/ 262061 h 623280"/>
              <a:gd name="connsiteX93" fmla="*/ 830807 w 1038916"/>
              <a:gd name="connsiteY93" fmla="*/ 274810 h 623280"/>
              <a:gd name="connsiteX94" fmla="*/ 871887 w 1038916"/>
              <a:gd name="connsiteY94" fmla="*/ 279059 h 623280"/>
              <a:gd name="connsiteX95" fmla="*/ 922883 w 1038916"/>
              <a:gd name="connsiteY95" fmla="*/ 267727 h 623280"/>
              <a:gd name="connsiteX96" fmla="*/ 941298 w 1038916"/>
              <a:gd name="connsiteY96" fmla="*/ 235146 h 623280"/>
              <a:gd name="connsiteX97" fmla="*/ 931382 w 1038916"/>
              <a:gd name="connsiteY97" fmla="*/ 211065 h 623280"/>
              <a:gd name="connsiteX98" fmla="*/ 895968 w 1038916"/>
              <a:gd name="connsiteY98" fmla="*/ 192650 h 623280"/>
              <a:gd name="connsiteX99" fmla="*/ 846389 w 1038916"/>
              <a:gd name="connsiteY99" fmla="*/ 177068 h 623280"/>
              <a:gd name="connsiteX100" fmla="*/ 791144 w 1038916"/>
              <a:gd name="connsiteY100" fmla="*/ 141654 h 623280"/>
              <a:gd name="connsiteX101" fmla="*/ 774145 w 1038916"/>
              <a:gd name="connsiteY101" fmla="*/ 92075 h 623280"/>
              <a:gd name="connsiteX102" fmla="*/ 784061 w 1038916"/>
              <a:gd name="connsiteY102" fmla="*/ 53829 h 623280"/>
              <a:gd name="connsiteX103" fmla="*/ 808143 w 1038916"/>
              <a:gd name="connsiteY103" fmla="*/ 25498 h 623280"/>
              <a:gd name="connsiteX104" fmla="*/ 843556 w 1038916"/>
              <a:gd name="connsiteY104" fmla="*/ 7083 h 623280"/>
              <a:gd name="connsiteX105" fmla="*/ 887469 w 1038916"/>
              <a:gd name="connsiteY105" fmla="*/ 1417 h 623280"/>
              <a:gd name="connsiteX106" fmla="*/ 176363 w 1038916"/>
              <a:gd name="connsiteY106" fmla="*/ 0 h 623280"/>
              <a:gd name="connsiteX107" fmla="*/ 267022 w 1038916"/>
              <a:gd name="connsiteY107" fmla="*/ 28331 h 623280"/>
              <a:gd name="connsiteX108" fmla="*/ 295353 w 1038916"/>
              <a:gd name="connsiteY108" fmla="*/ 113324 h 623280"/>
              <a:gd name="connsiteX109" fmla="*/ 295353 w 1038916"/>
              <a:gd name="connsiteY109" fmla="*/ 225231 h 623280"/>
              <a:gd name="connsiteX110" fmla="*/ 293936 w 1038916"/>
              <a:gd name="connsiteY110" fmla="*/ 225231 h 623280"/>
              <a:gd name="connsiteX111" fmla="*/ 298186 w 1038916"/>
              <a:gd name="connsiteY111" fmla="*/ 256395 h 623280"/>
              <a:gd name="connsiteX112" fmla="*/ 309518 w 1038916"/>
              <a:gd name="connsiteY112" fmla="*/ 280476 h 623280"/>
              <a:gd name="connsiteX113" fmla="*/ 312351 w 1038916"/>
              <a:gd name="connsiteY113" fmla="*/ 288975 h 623280"/>
              <a:gd name="connsiteX114" fmla="*/ 305269 w 1038916"/>
              <a:gd name="connsiteY114" fmla="*/ 298891 h 623280"/>
              <a:gd name="connsiteX115" fmla="*/ 284020 w 1038916"/>
              <a:gd name="connsiteY115" fmla="*/ 313056 h 623280"/>
              <a:gd name="connsiteX116" fmla="*/ 275521 w 1038916"/>
              <a:gd name="connsiteY116" fmla="*/ 315889 h 623280"/>
              <a:gd name="connsiteX117" fmla="*/ 265605 w 1038916"/>
              <a:gd name="connsiteY117" fmla="*/ 311640 h 623280"/>
              <a:gd name="connsiteX118" fmla="*/ 252856 w 1038916"/>
              <a:gd name="connsiteY118" fmla="*/ 296058 h 623280"/>
              <a:gd name="connsiteX119" fmla="*/ 242941 w 1038916"/>
              <a:gd name="connsiteY119" fmla="*/ 276226 h 623280"/>
              <a:gd name="connsiteX120" fmla="*/ 140949 w 1038916"/>
              <a:gd name="connsiteY120" fmla="*/ 324389 h 623280"/>
              <a:gd name="connsiteX121" fmla="*/ 71539 w 1038916"/>
              <a:gd name="connsiteY121" fmla="*/ 300307 h 623280"/>
              <a:gd name="connsiteX122" fmla="*/ 46041 w 1038916"/>
              <a:gd name="connsiteY122" fmla="*/ 233730 h 623280"/>
              <a:gd name="connsiteX123" fmla="*/ 77205 w 1038916"/>
              <a:gd name="connsiteY123" fmla="*/ 162903 h 623280"/>
              <a:gd name="connsiteX124" fmla="*/ 162198 w 1038916"/>
              <a:gd name="connsiteY124" fmla="*/ 135988 h 623280"/>
              <a:gd name="connsiteX125" fmla="*/ 199028 w 1038916"/>
              <a:gd name="connsiteY125" fmla="*/ 138821 h 623280"/>
              <a:gd name="connsiteX126" fmla="*/ 238691 w 1038916"/>
              <a:gd name="connsiteY126" fmla="*/ 145904 h 623280"/>
              <a:gd name="connsiteX127" fmla="*/ 238691 w 1038916"/>
              <a:gd name="connsiteY127" fmla="*/ 120406 h 623280"/>
              <a:gd name="connsiteX128" fmla="*/ 221692 w 1038916"/>
              <a:gd name="connsiteY128" fmla="*/ 65161 h 623280"/>
              <a:gd name="connsiteX129" fmla="*/ 165031 w 1038916"/>
              <a:gd name="connsiteY129" fmla="*/ 49579 h 623280"/>
              <a:gd name="connsiteX130" fmla="*/ 128201 w 1038916"/>
              <a:gd name="connsiteY130" fmla="*/ 53829 h 623280"/>
              <a:gd name="connsiteX131" fmla="*/ 91370 w 1038916"/>
              <a:gd name="connsiteY131" fmla="*/ 65161 h 623280"/>
              <a:gd name="connsiteX132" fmla="*/ 78622 w 1038916"/>
              <a:gd name="connsiteY132" fmla="*/ 69411 h 623280"/>
              <a:gd name="connsiteX133" fmla="*/ 72955 w 1038916"/>
              <a:gd name="connsiteY133" fmla="*/ 70827 h 623280"/>
              <a:gd name="connsiteX134" fmla="*/ 65873 w 1038916"/>
              <a:gd name="connsiteY134" fmla="*/ 59495 h 623280"/>
              <a:gd name="connsiteX135" fmla="*/ 65873 w 1038916"/>
              <a:gd name="connsiteY135" fmla="*/ 42496 h 623280"/>
              <a:gd name="connsiteX136" fmla="*/ 68706 w 1038916"/>
              <a:gd name="connsiteY136" fmla="*/ 29747 h 623280"/>
              <a:gd name="connsiteX137" fmla="*/ 78622 w 1038916"/>
              <a:gd name="connsiteY137" fmla="*/ 22665 h 623280"/>
              <a:gd name="connsiteX138" fmla="*/ 122534 w 1038916"/>
              <a:gd name="connsiteY138" fmla="*/ 7083 h 623280"/>
              <a:gd name="connsiteX139" fmla="*/ 176363 w 1038916"/>
              <a:gd name="connsiteY139" fmla="*/ 0 h 623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1038916" h="623280">
                <a:moveTo>
                  <a:pt x="16294" y="412214"/>
                </a:moveTo>
                <a:cubicBezTo>
                  <a:pt x="162198" y="497207"/>
                  <a:pt x="343515" y="548204"/>
                  <a:pt x="530500" y="548204"/>
                </a:cubicBezTo>
                <a:cubicBezTo>
                  <a:pt x="656572" y="548204"/>
                  <a:pt x="795393" y="522706"/>
                  <a:pt x="922882" y="467460"/>
                </a:cubicBezTo>
                <a:cubicBezTo>
                  <a:pt x="942714" y="460377"/>
                  <a:pt x="958296" y="480208"/>
                  <a:pt x="939881" y="494374"/>
                </a:cubicBezTo>
                <a:cubicBezTo>
                  <a:pt x="826557" y="577951"/>
                  <a:pt x="660822" y="623280"/>
                  <a:pt x="519167" y="623280"/>
                </a:cubicBezTo>
                <a:cubicBezTo>
                  <a:pt x="320850" y="623280"/>
                  <a:pt x="140949" y="549620"/>
                  <a:pt x="4961" y="427796"/>
                </a:cubicBezTo>
                <a:cubicBezTo>
                  <a:pt x="-6371" y="417881"/>
                  <a:pt x="3545" y="405132"/>
                  <a:pt x="16294" y="412214"/>
                </a:cubicBezTo>
                <a:close/>
                <a:moveTo>
                  <a:pt x="962369" y="389372"/>
                </a:moveTo>
                <a:cubicBezTo>
                  <a:pt x="998668" y="388841"/>
                  <a:pt x="1028416" y="395924"/>
                  <a:pt x="1034790" y="403715"/>
                </a:cubicBezTo>
                <a:cubicBezTo>
                  <a:pt x="1047539" y="419297"/>
                  <a:pt x="1031957" y="525538"/>
                  <a:pt x="971045" y="576534"/>
                </a:cubicBezTo>
                <a:cubicBezTo>
                  <a:pt x="961130" y="585033"/>
                  <a:pt x="952630" y="580784"/>
                  <a:pt x="956880" y="569451"/>
                </a:cubicBezTo>
                <a:cubicBezTo>
                  <a:pt x="971045" y="535454"/>
                  <a:pt x="1002209" y="458960"/>
                  <a:pt x="986627" y="440545"/>
                </a:cubicBezTo>
                <a:cubicBezTo>
                  <a:pt x="972462" y="422130"/>
                  <a:pt x="890301" y="432046"/>
                  <a:pt x="853471" y="436295"/>
                </a:cubicBezTo>
                <a:cubicBezTo>
                  <a:pt x="842139" y="437712"/>
                  <a:pt x="840722" y="427796"/>
                  <a:pt x="850638" y="420713"/>
                </a:cubicBezTo>
                <a:cubicBezTo>
                  <a:pt x="883218" y="398049"/>
                  <a:pt x="926069" y="389904"/>
                  <a:pt x="962369" y="389372"/>
                </a:cubicBezTo>
                <a:close/>
                <a:moveTo>
                  <a:pt x="172113" y="175652"/>
                </a:moveTo>
                <a:cubicBezTo>
                  <a:pt x="149449" y="175652"/>
                  <a:pt x="132450" y="179901"/>
                  <a:pt x="121118" y="189817"/>
                </a:cubicBezTo>
                <a:cubicBezTo>
                  <a:pt x="109786" y="199733"/>
                  <a:pt x="104119" y="212482"/>
                  <a:pt x="104119" y="229480"/>
                </a:cubicBezTo>
                <a:cubicBezTo>
                  <a:pt x="104119" y="245062"/>
                  <a:pt x="108369" y="257811"/>
                  <a:pt x="116868" y="266310"/>
                </a:cubicBezTo>
                <a:cubicBezTo>
                  <a:pt x="125368" y="273393"/>
                  <a:pt x="138116" y="277643"/>
                  <a:pt x="153698" y="277643"/>
                </a:cubicBezTo>
                <a:cubicBezTo>
                  <a:pt x="165031" y="277643"/>
                  <a:pt x="176363" y="276226"/>
                  <a:pt x="189112" y="271976"/>
                </a:cubicBezTo>
                <a:cubicBezTo>
                  <a:pt x="201861" y="267727"/>
                  <a:pt x="211777" y="260644"/>
                  <a:pt x="221692" y="249312"/>
                </a:cubicBezTo>
                <a:cubicBezTo>
                  <a:pt x="227359" y="242229"/>
                  <a:pt x="231608" y="235146"/>
                  <a:pt x="233025" y="226647"/>
                </a:cubicBezTo>
                <a:cubicBezTo>
                  <a:pt x="235858" y="218148"/>
                  <a:pt x="235858" y="208232"/>
                  <a:pt x="235858" y="196900"/>
                </a:cubicBezTo>
                <a:lnTo>
                  <a:pt x="235858" y="182734"/>
                </a:lnTo>
                <a:cubicBezTo>
                  <a:pt x="225942" y="179901"/>
                  <a:pt x="214610" y="178485"/>
                  <a:pt x="204694" y="177068"/>
                </a:cubicBezTo>
                <a:cubicBezTo>
                  <a:pt x="193362" y="175652"/>
                  <a:pt x="183446" y="175652"/>
                  <a:pt x="172113" y="175652"/>
                </a:cubicBezTo>
                <a:close/>
                <a:moveTo>
                  <a:pt x="335016" y="8499"/>
                </a:moveTo>
                <a:lnTo>
                  <a:pt x="369013" y="8499"/>
                </a:lnTo>
                <a:cubicBezTo>
                  <a:pt x="376096" y="8499"/>
                  <a:pt x="380345" y="9916"/>
                  <a:pt x="383178" y="11332"/>
                </a:cubicBezTo>
                <a:cubicBezTo>
                  <a:pt x="386012" y="14166"/>
                  <a:pt x="387428" y="18415"/>
                  <a:pt x="390261" y="25498"/>
                </a:cubicBezTo>
                <a:lnTo>
                  <a:pt x="448339" y="253561"/>
                </a:lnTo>
                <a:lnTo>
                  <a:pt x="502169" y="25498"/>
                </a:lnTo>
                <a:cubicBezTo>
                  <a:pt x="503585" y="18415"/>
                  <a:pt x="506419" y="14166"/>
                  <a:pt x="509251" y="11332"/>
                </a:cubicBezTo>
                <a:cubicBezTo>
                  <a:pt x="512085" y="8499"/>
                  <a:pt x="516335" y="8499"/>
                  <a:pt x="523417" y="8499"/>
                </a:cubicBezTo>
                <a:lnTo>
                  <a:pt x="551748" y="8499"/>
                </a:lnTo>
                <a:cubicBezTo>
                  <a:pt x="558831" y="8499"/>
                  <a:pt x="563081" y="9916"/>
                  <a:pt x="565914" y="11332"/>
                </a:cubicBezTo>
                <a:cubicBezTo>
                  <a:pt x="568747" y="14166"/>
                  <a:pt x="571580" y="18415"/>
                  <a:pt x="572996" y="25498"/>
                </a:cubicBezTo>
                <a:lnTo>
                  <a:pt x="623992" y="257811"/>
                </a:lnTo>
                <a:lnTo>
                  <a:pt x="683487" y="26914"/>
                </a:lnTo>
                <a:cubicBezTo>
                  <a:pt x="684903" y="19832"/>
                  <a:pt x="687736" y="15582"/>
                  <a:pt x="690569" y="12749"/>
                </a:cubicBezTo>
                <a:cubicBezTo>
                  <a:pt x="693403" y="9916"/>
                  <a:pt x="697652" y="9916"/>
                  <a:pt x="704735" y="9916"/>
                </a:cubicBezTo>
                <a:lnTo>
                  <a:pt x="737315" y="9916"/>
                </a:lnTo>
                <a:cubicBezTo>
                  <a:pt x="742982" y="9916"/>
                  <a:pt x="745815" y="12749"/>
                  <a:pt x="745815" y="18415"/>
                </a:cubicBezTo>
                <a:cubicBezTo>
                  <a:pt x="745815" y="19832"/>
                  <a:pt x="745815" y="21248"/>
                  <a:pt x="745815" y="24081"/>
                </a:cubicBezTo>
                <a:cubicBezTo>
                  <a:pt x="745815" y="25498"/>
                  <a:pt x="744398" y="28331"/>
                  <a:pt x="742982" y="32581"/>
                </a:cubicBezTo>
                <a:lnTo>
                  <a:pt x="659405" y="300307"/>
                </a:lnTo>
                <a:cubicBezTo>
                  <a:pt x="657989" y="307390"/>
                  <a:pt x="655156" y="311640"/>
                  <a:pt x="652323" y="314473"/>
                </a:cubicBezTo>
                <a:cubicBezTo>
                  <a:pt x="649490" y="317306"/>
                  <a:pt x="645240" y="317306"/>
                  <a:pt x="639574" y="317306"/>
                </a:cubicBezTo>
                <a:lnTo>
                  <a:pt x="609826" y="317306"/>
                </a:lnTo>
                <a:cubicBezTo>
                  <a:pt x="602744" y="317306"/>
                  <a:pt x="598494" y="315889"/>
                  <a:pt x="595661" y="313056"/>
                </a:cubicBezTo>
                <a:cubicBezTo>
                  <a:pt x="592828" y="310223"/>
                  <a:pt x="589995" y="305974"/>
                  <a:pt x="588578" y="298891"/>
                </a:cubicBezTo>
                <a:lnTo>
                  <a:pt x="534750" y="76493"/>
                </a:lnTo>
                <a:lnTo>
                  <a:pt x="480920" y="298891"/>
                </a:lnTo>
                <a:cubicBezTo>
                  <a:pt x="479503" y="305974"/>
                  <a:pt x="476670" y="310223"/>
                  <a:pt x="473837" y="313056"/>
                </a:cubicBezTo>
                <a:cubicBezTo>
                  <a:pt x="471004" y="315889"/>
                  <a:pt x="466755" y="317306"/>
                  <a:pt x="459672" y="317306"/>
                </a:cubicBezTo>
                <a:lnTo>
                  <a:pt x="431341" y="317306"/>
                </a:lnTo>
                <a:lnTo>
                  <a:pt x="431341" y="315889"/>
                </a:lnTo>
                <a:cubicBezTo>
                  <a:pt x="425675" y="315889"/>
                  <a:pt x="421425" y="314473"/>
                  <a:pt x="418592" y="313056"/>
                </a:cubicBezTo>
                <a:cubicBezTo>
                  <a:pt x="415759" y="310223"/>
                  <a:pt x="412926" y="305974"/>
                  <a:pt x="411509" y="298891"/>
                </a:cubicBezTo>
                <a:lnTo>
                  <a:pt x="330766" y="31164"/>
                </a:lnTo>
                <a:cubicBezTo>
                  <a:pt x="326517" y="24081"/>
                  <a:pt x="326517" y="19832"/>
                  <a:pt x="326517" y="16999"/>
                </a:cubicBezTo>
                <a:cubicBezTo>
                  <a:pt x="326517" y="11332"/>
                  <a:pt x="329350" y="8499"/>
                  <a:pt x="335016" y="8499"/>
                </a:cubicBezTo>
                <a:close/>
                <a:moveTo>
                  <a:pt x="887469" y="1417"/>
                </a:moveTo>
                <a:cubicBezTo>
                  <a:pt x="894552" y="1417"/>
                  <a:pt x="903051" y="1417"/>
                  <a:pt x="910134" y="2833"/>
                </a:cubicBezTo>
                <a:cubicBezTo>
                  <a:pt x="918633" y="4250"/>
                  <a:pt x="925716" y="5666"/>
                  <a:pt x="932798" y="7083"/>
                </a:cubicBezTo>
                <a:cubicBezTo>
                  <a:pt x="939881" y="8499"/>
                  <a:pt x="946964" y="9916"/>
                  <a:pt x="952630" y="12749"/>
                </a:cubicBezTo>
                <a:cubicBezTo>
                  <a:pt x="958296" y="14166"/>
                  <a:pt x="963962" y="16999"/>
                  <a:pt x="966795" y="18415"/>
                </a:cubicBezTo>
                <a:cubicBezTo>
                  <a:pt x="971045" y="21248"/>
                  <a:pt x="975295" y="24081"/>
                  <a:pt x="976711" y="26914"/>
                </a:cubicBezTo>
                <a:cubicBezTo>
                  <a:pt x="978128" y="29747"/>
                  <a:pt x="979544" y="33997"/>
                  <a:pt x="979544" y="38247"/>
                </a:cubicBezTo>
                <a:lnTo>
                  <a:pt x="979544" y="55245"/>
                </a:lnTo>
                <a:cubicBezTo>
                  <a:pt x="979544" y="62328"/>
                  <a:pt x="976711" y="66578"/>
                  <a:pt x="971045" y="66578"/>
                </a:cubicBezTo>
                <a:cubicBezTo>
                  <a:pt x="968212" y="66578"/>
                  <a:pt x="963962" y="65161"/>
                  <a:pt x="958296" y="62328"/>
                </a:cubicBezTo>
                <a:cubicBezTo>
                  <a:pt x="938465" y="53829"/>
                  <a:pt x="915800" y="49579"/>
                  <a:pt x="891719" y="49579"/>
                </a:cubicBezTo>
                <a:cubicBezTo>
                  <a:pt x="871887" y="49579"/>
                  <a:pt x="856305" y="52412"/>
                  <a:pt x="846389" y="59495"/>
                </a:cubicBezTo>
                <a:cubicBezTo>
                  <a:pt x="835057" y="66578"/>
                  <a:pt x="829391" y="76493"/>
                  <a:pt x="829391" y="90659"/>
                </a:cubicBezTo>
                <a:cubicBezTo>
                  <a:pt x="829391" y="100575"/>
                  <a:pt x="832224" y="109074"/>
                  <a:pt x="839307" y="114740"/>
                </a:cubicBezTo>
                <a:cubicBezTo>
                  <a:pt x="846389" y="121823"/>
                  <a:pt x="859138" y="127489"/>
                  <a:pt x="877553" y="133155"/>
                </a:cubicBezTo>
                <a:lnTo>
                  <a:pt x="927132" y="148737"/>
                </a:lnTo>
                <a:cubicBezTo>
                  <a:pt x="952630" y="157236"/>
                  <a:pt x="969629" y="168569"/>
                  <a:pt x="980961" y="181318"/>
                </a:cubicBezTo>
                <a:cubicBezTo>
                  <a:pt x="992293" y="195483"/>
                  <a:pt x="996543" y="211065"/>
                  <a:pt x="996543" y="229480"/>
                </a:cubicBezTo>
                <a:cubicBezTo>
                  <a:pt x="996543" y="245062"/>
                  <a:pt x="993710" y="257811"/>
                  <a:pt x="988044" y="269143"/>
                </a:cubicBezTo>
                <a:cubicBezTo>
                  <a:pt x="982377" y="280476"/>
                  <a:pt x="973878" y="291808"/>
                  <a:pt x="962546" y="300307"/>
                </a:cubicBezTo>
                <a:cubicBezTo>
                  <a:pt x="951213" y="308807"/>
                  <a:pt x="938465" y="315889"/>
                  <a:pt x="924299" y="320139"/>
                </a:cubicBezTo>
                <a:cubicBezTo>
                  <a:pt x="908717" y="322972"/>
                  <a:pt x="891719" y="324389"/>
                  <a:pt x="874720" y="324389"/>
                </a:cubicBezTo>
                <a:cubicBezTo>
                  <a:pt x="856305" y="324389"/>
                  <a:pt x="839307" y="322972"/>
                  <a:pt x="820891" y="318722"/>
                </a:cubicBezTo>
                <a:cubicBezTo>
                  <a:pt x="803893" y="314473"/>
                  <a:pt x="789727" y="310223"/>
                  <a:pt x="781228" y="304557"/>
                </a:cubicBezTo>
                <a:cubicBezTo>
                  <a:pt x="775562" y="301724"/>
                  <a:pt x="772729" y="297474"/>
                  <a:pt x="771312" y="294641"/>
                </a:cubicBezTo>
                <a:cubicBezTo>
                  <a:pt x="769896" y="291808"/>
                  <a:pt x="769896" y="287558"/>
                  <a:pt x="769896" y="284725"/>
                </a:cubicBezTo>
                <a:lnTo>
                  <a:pt x="769896" y="267727"/>
                </a:lnTo>
                <a:cubicBezTo>
                  <a:pt x="769896" y="260644"/>
                  <a:pt x="772729" y="256395"/>
                  <a:pt x="778395" y="256395"/>
                </a:cubicBezTo>
                <a:cubicBezTo>
                  <a:pt x="779812" y="256395"/>
                  <a:pt x="782645" y="256395"/>
                  <a:pt x="784061" y="257811"/>
                </a:cubicBezTo>
                <a:cubicBezTo>
                  <a:pt x="786894" y="259228"/>
                  <a:pt x="789727" y="259228"/>
                  <a:pt x="792561" y="262061"/>
                </a:cubicBezTo>
                <a:cubicBezTo>
                  <a:pt x="803893" y="267727"/>
                  <a:pt x="816642" y="271976"/>
                  <a:pt x="830807" y="274810"/>
                </a:cubicBezTo>
                <a:cubicBezTo>
                  <a:pt x="844973" y="277643"/>
                  <a:pt x="857722" y="279059"/>
                  <a:pt x="871887" y="279059"/>
                </a:cubicBezTo>
                <a:cubicBezTo>
                  <a:pt x="893135" y="279059"/>
                  <a:pt x="910134" y="274810"/>
                  <a:pt x="922883" y="267727"/>
                </a:cubicBezTo>
                <a:cubicBezTo>
                  <a:pt x="934215" y="260644"/>
                  <a:pt x="941298" y="249312"/>
                  <a:pt x="941298" y="235146"/>
                </a:cubicBezTo>
                <a:cubicBezTo>
                  <a:pt x="941298" y="225231"/>
                  <a:pt x="938465" y="216731"/>
                  <a:pt x="931382" y="211065"/>
                </a:cubicBezTo>
                <a:cubicBezTo>
                  <a:pt x="925716" y="203982"/>
                  <a:pt x="912967" y="198316"/>
                  <a:pt x="895968" y="192650"/>
                </a:cubicBezTo>
                <a:lnTo>
                  <a:pt x="846389" y="177068"/>
                </a:lnTo>
                <a:cubicBezTo>
                  <a:pt x="820891" y="168569"/>
                  <a:pt x="802476" y="157236"/>
                  <a:pt x="791144" y="141654"/>
                </a:cubicBezTo>
                <a:cubicBezTo>
                  <a:pt x="779812" y="126072"/>
                  <a:pt x="774145" y="109074"/>
                  <a:pt x="774145" y="92075"/>
                </a:cubicBezTo>
                <a:cubicBezTo>
                  <a:pt x="774145" y="77910"/>
                  <a:pt x="776979" y="65161"/>
                  <a:pt x="784061" y="53829"/>
                </a:cubicBezTo>
                <a:cubicBezTo>
                  <a:pt x="789727" y="42496"/>
                  <a:pt x="798227" y="32581"/>
                  <a:pt x="808143" y="25498"/>
                </a:cubicBezTo>
                <a:cubicBezTo>
                  <a:pt x="818058" y="16999"/>
                  <a:pt x="830807" y="11332"/>
                  <a:pt x="843556" y="7083"/>
                </a:cubicBezTo>
                <a:cubicBezTo>
                  <a:pt x="857722" y="2833"/>
                  <a:pt x="871887" y="1417"/>
                  <a:pt x="887469" y="1417"/>
                </a:cubicBezTo>
                <a:close/>
                <a:moveTo>
                  <a:pt x="176363" y="0"/>
                </a:moveTo>
                <a:cubicBezTo>
                  <a:pt x="217443" y="0"/>
                  <a:pt x="247190" y="9916"/>
                  <a:pt x="267022" y="28331"/>
                </a:cubicBezTo>
                <a:cubicBezTo>
                  <a:pt x="286854" y="46746"/>
                  <a:pt x="295353" y="75077"/>
                  <a:pt x="295353" y="113324"/>
                </a:cubicBezTo>
                <a:lnTo>
                  <a:pt x="295353" y="225231"/>
                </a:lnTo>
                <a:lnTo>
                  <a:pt x="293936" y="225231"/>
                </a:lnTo>
                <a:cubicBezTo>
                  <a:pt x="293936" y="237979"/>
                  <a:pt x="295353" y="247895"/>
                  <a:pt x="298186" y="256395"/>
                </a:cubicBezTo>
                <a:cubicBezTo>
                  <a:pt x="301019" y="263477"/>
                  <a:pt x="303852" y="271976"/>
                  <a:pt x="309518" y="280476"/>
                </a:cubicBezTo>
                <a:cubicBezTo>
                  <a:pt x="310935" y="283309"/>
                  <a:pt x="312351" y="286142"/>
                  <a:pt x="312351" y="288975"/>
                </a:cubicBezTo>
                <a:cubicBezTo>
                  <a:pt x="312351" y="293225"/>
                  <a:pt x="309518" y="296058"/>
                  <a:pt x="305269" y="298891"/>
                </a:cubicBezTo>
                <a:lnTo>
                  <a:pt x="284020" y="313056"/>
                </a:lnTo>
                <a:cubicBezTo>
                  <a:pt x="281187" y="314473"/>
                  <a:pt x="278354" y="315889"/>
                  <a:pt x="275521" y="315889"/>
                </a:cubicBezTo>
                <a:cubicBezTo>
                  <a:pt x="271272" y="315889"/>
                  <a:pt x="268438" y="314473"/>
                  <a:pt x="265605" y="311640"/>
                </a:cubicBezTo>
                <a:cubicBezTo>
                  <a:pt x="261356" y="307390"/>
                  <a:pt x="257106" y="301724"/>
                  <a:pt x="252856" y="296058"/>
                </a:cubicBezTo>
                <a:cubicBezTo>
                  <a:pt x="250023" y="290392"/>
                  <a:pt x="245774" y="283309"/>
                  <a:pt x="242941" y="276226"/>
                </a:cubicBezTo>
                <a:cubicBezTo>
                  <a:pt x="216026" y="307390"/>
                  <a:pt x="182029" y="324389"/>
                  <a:pt x="140949" y="324389"/>
                </a:cubicBezTo>
                <a:cubicBezTo>
                  <a:pt x="112619" y="324389"/>
                  <a:pt x="88537" y="315889"/>
                  <a:pt x="71539" y="300307"/>
                </a:cubicBezTo>
                <a:cubicBezTo>
                  <a:pt x="54540" y="283309"/>
                  <a:pt x="46041" y="262061"/>
                  <a:pt x="46041" y="233730"/>
                </a:cubicBezTo>
                <a:cubicBezTo>
                  <a:pt x="46041" y="203982"/>
                  <a:pt x="55957" y="181318"/>
                  <a:pt x="77205" y="162903"/>
                </a:cubicBezTo>
                <a:cubicBezTo>
                  <a:pt x="98453" y="144488"/>
                  <a:pt x="126784" y="135988"/>
                  <a:pt x="162198" y="135988"/>
                </a:cubicBezTo>
                <a:cubicBezTo>
                  <a:pt x="173530" y="135988"/>
                  <a:pt x="186279" y="137405"/>
                  <a:pt x="199028" y="138821"/>
                </a:cubicBezTo>
                <a:cubicBezTo>
                  <a:pt x="211777" y="140238"/>
                  <a:pt x="224526" y="143071"/>
                  <a:pt x="238691" y="145904"/>
                </a:cubicBezTo>
                <a:lnTo>
                  <a:pt x="238691" y="120406"/>
                </a:lnTo>
                <a:cubicBezTo>
                  <a:pt x="238691" y="94909"/>
                  <a:pt x="233025" y="75077"/>
                  <a:pt x="221692" y="65161"/>
                </a:cubicBezTo>
                <a:cubicBezTo>
                  <a:pt x="210360" y="53829"/>
                  <a:pt x="191945" y="49579"/>
                  <a:pt x="165031" y="49579"/>
                </a:cubicBezTo>
                <a:cubicBezTo>
                  <a:pt x="152282" y="49579"/>
                  <a:pt x="140949" y="50996"/>
                  <a:pt x="128201" y="53829"/>
                </a:cubicBezTo>
                <a:cubicBezTo>
                  <a:pt x="115452" y="56662"/>
                  <a:pt x="102703" y="60911"/>
                  <a:pt x="91370" y="65161"/>
                </a:cubicBezTo>
                <a:cubicBezTo>
                  <a:pt x="85704" y="67994"/>
                  <a:pt x="81455" y="69411"/>
                  <a:pt x="78622" y="69411"/>
                </a:cubicBezTo>
                <a:cubicBezTo>
                  <a:pt x="75788" y="69411"/>
                  <a:pt x="74372" y="70827"/>
                  <a:pt x="72955" y="70827"/>
                </a:cubicBezTo>
                <a:cubicBezTo>
                  <a:pt x="68706" y="70827"/>
                  <a:pt x="65873" y="66578"/>
                  <a:pt x="65873" y="59495"/>
                </a:cubicBezTo>
                <a:lnTo>
                  <a:pt x="65873" y="42496"/>
                </a:lnTo>
                <a:cubicBezTo>
                  <a:pt x="65873" y="36830"/>
                  <a:pt x="67289" y="32581"/>
                  <a:pt x="68706" y="29747"/>
                </a:cubicBezTo>
                <a:cubicBezTo>
                  <a:pt x="70122" y="26914"/>
                  <a:pt x="72955" y="25498"/>
                  <a:pt x="78622" y="22665"/>
                </a:cubicBezTo>
                <a:cubicBezTo>
                  <a:pt x="91370" y="16999"/>
                  <a:pt x="105536" y="11332"/>
                  <a:pt x="122534" y="7083"/>
                </a:cubicBezTo>
                <a:cubicBezTo>
                  <a:pt x="139533" y="2833"/>
                  <a:pt x="157948" y="0"/>
                  <a:pt x="176363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3680714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ont">
  <p:cSld name="Title + Co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0"/>
          <p:cNvSpPr txBox="1">
            <a:spLocks noGrp="1"/>
          </p:cNvSpPr>
          <p:nvPr>
            <p:ph type="title"/>
          </p:nvPr>
        </p:nvSpPr>
        <p:spPr>
          <a:xfrm>
            <a:off x="609600" y="400019"/>
            <a:ext cx="11062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40"/>
          <p:cNvSpPr txBox="1">
            <a:spLocks noGrp="1"/>
          </p:cNvSpPr>
          <p:nvPr>
            <p:ph type="body" idx="1"/>
          </p:nvPr>
        </p:nvSpPr>
        <p:spPr>
          <a:xfrm>
            <a:off x="609600" y="1445931"/>
            <a:ext cx="11062800" cy="4565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 + Cont">
  <p:cSld name="Title + Sub + Co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3"/>
          <p:cNvSpPr txBox="1">
            <a:spLocks noGrp="1"/>
          </p:cNvSpPr>
          <p:nvPr>
            <p:ph type="title"/>
          </p:nvPr>
        </p:nvSpPr>
        <p:spPr>
          <a:xfrm>
            <a:off x="609600" y="400019"/>
            <a:ext cx="11062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3"/>
          <p:cNvSpPr txBox="1">
            <a:spLocks noGrp="1"/>
          </p:cNvSpPr>
          <p:nvPr>
            <p:ph type="body" idx="1"/>
          </p:nvPr>
        </p:nvSpPr>
        <p:spPr>
          <a:xfrm>
            <a:off x="609600" y="1830787"/>
            <a:ext cx="11062800" cy="4180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43"/>
          <p:cNvSpPr txBox="1">
            <a:spLocks noGrp="1"/>
          </p:cNvSpPr>
          <p:nvPr>
            <p:ph type="body" idx="2"/>
          </p:nvPr>
        </p:nvSpPr>
        <p:spPr>
          <a:xfrm>
            <a:off x="619125" y="857063"/>
            <a:ext cx="1106280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None/>
              <a:defRPr sz="1100" b="1" i="0" cap="none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6"/>
          <p:cNvSpPr txBox="1">
            <a:spLocks noGrp="1"/>
          </p:cNvSpPr>
          <p:nvPr>
            <p:ph type="title"/>
          </p:nvPr>
        </p:nvSpPr>
        <p:spPr>
          <a:xfrm>
            <a:off x="609600" y="400019"/>
            <a:ext cx="11062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  <a:defRPr sz="3200" b="1" i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title">
  <p:cSld name="Title + Subtitl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7"/>
          <p:cNvSpPr txBox="1">
            <a:spLocks noGrp="1"/>
          </p:cNvSpPr>
          <p:nvPr>
            <p:ph type="title"/>
          </p:nvPr>
        </p:nvSpPr>
        <p:spPr>
          <a:xfrm>
            <a:off x="609600" y="400019"/>
            <a:ext cx="11062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7"/>
          <p:cNvSpPr txBox="1">
            <a:spLocks noGrp="1"/>
          </p:cNvSpPr>
          <p:nvPr>
            <p:ph type="body" idx="1"/>
          </p:nvPr>
        </p:nvSpPr>
        <p:spPr>
          <a:xfrm>
            <a:off x="619125" y="857063"/>
            <a:ext cx="1106280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None/>
              <a:defRPr sz="1100" b="1" i="0" cap="none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ont + Right Img Small">
  <p:cSld name="Title + Cont + Right Img Small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8"/>
          <p:cNvSpPr txBox="1">
            <a:spLocks noGrp="1"/>
          </p:cNvSpPr>
          <p:nvPr>
            <p:ph type="title"/>
          </p:nvPr>
        </p:nvSpPr>
        <p:spPr>
          <a:xfrm>
            <a:off x="609599" y="400019"/>
            <a:ext cx="6809117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8"/>
          <p:cNvSpPr>
            <a:spLocks noGrp="1"/>
          </p:cNvSpPr>
          <p:nvPr>
            <p:ph type="pic" idx="2"/>
          </p:nvPr>
        </p:nvSpPr>
        <p:spPr>
          <a:xfrm>
            <a:off x="7884543" y="0"/>
            <a:ext cx="4307456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Google Shape;57;p48"/>
          <p:cNvSpPr txBox="1">
            <a:spLocks noGrp="1"/>
          </p:cNvSpPr>
          <p:nvPr>
            <p:ph type="body" idx="1"/>
          </p:nvPr>
        </p:nvSpPr>
        <p:spPr>
          <a:xfrm>
            <a:off x="609600" y="1445932"/>
            <a:ext cx="6809116" cy="4565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x Cont with Headings">
  <p:cSld name="Title + 2x Cont with Headings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9"/>
          <p:cNvSpPr txBox="1">
            <a:spLocks noGrp="1"/>
          </p:cNvSpPr>
          <p:nvPr>
            <p:ph type="title"/>
          </p:nvPr>
        </p:nvSpPr>
        <p:spPr>
          <a:xfrm>
            <a:off x="609599" y="400019"/>
            <a:ext cx="11062801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9"/>
          <p:cNvSpPr txBox="1">
            <a:spLocks noGrp="1"/>
          </p:cNvSpPr>
          <p:nvPr>
            <p:ph type="body" idx="1"/>
          </p:nvPr>
        </p:nvSpPr>
        <p:spPr>
          <a:xfrm>
            <a:off x="609599" y="1662252"/>
            <a:ext cx="52486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20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49"/>
          <p:cNvSpPr txBox="1">
            <a:spLocks noGrp="1"/>
          </p:cNvSpPr>
          <p:nvPr>
            <p:ph type="body" idx="2"/>
          </p:nvPr>
        </p:nvSpPr>
        <p:spPr>
          <a:xfrm>
            <a:off x="609599" y="2072991"/>
            <a:ext cx="5248656" cy="3938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49"/>
          <p:cNvSpPr txBox="1">
            <a:spLocks noGrp="1"/>
          </p:cNvSpPr>
          <p:nvPr>
            <p:ph type="body" idx="3"/>
          </p:nvPr>
        </p:nvSpPr>
        <p:spPr>
          <a:xfrm>
            <a:off x="6423744" y="1662252"/>
            <a:ext cx="52486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20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49"/>
          <p:cNvSpPr txBox="1">
            <a:spLocks noGrp="1"/>
          </p:cNvSpPr>
          <p:nvPr>
            <p:ph type="body" idx="4"/>
          </p:nvPr>
        </p:nvSpPr>
        <p:spPr>
          <a:xfrm>
            <a:off x="6423744" y="2072991"/>
            <a:ext cx="5248656" cy="3938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0"/>
          <p:cNvSpPr txBox="1">
            <a:spLocks noGrp="1"/>
          </p:cNvSpPr>
          <p:nvPr>
            <p:ph type="title"/>
          </p:nvPr>
        </p:nvSpPr>
        <p:spPr>
          <a:xfrm>
            <a:off x="609599" y="2571622"/>
            <a:ext cx="10130971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0"/>
          <p:cNvSpPr txBox="1">
            <a:spLocks noGrp="1"/>
          </p:cNvSpPr>
          <p:nvPr>
            <p:ph type="body" idx="1"/>
          </p:nvPr>
        </p:nvSpPr>
        <p:spPr>
          <a:xfrm>
            <a:off x="881063" y="4356013"/>
            <a:ext cx="54864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0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50"/>
          <p:cNvSpPr txBox="1">
            <a:spLocks noGrp="1"/>
          </p:cNvSpPr>
          <p:nvPr>
            <p:ph type="body" idx="2"/>
          </p:nvPr>
        </p:nvSpPr>
        <p:spPr>
          <a:xfrm>
            <a:off x="881063" y="4692818"/>
            <a:ext cx="5486400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" userDrawn="1">
  <p:cSld name="Code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1"/>
          <p:cNvSpPr txBox="1">
            <a:spLocks noGrp="1"/>
          </p:cNvSpPr>
          <p:nvPr>
            <p:ph type="title"/>
          </p:nvPr>
        </p:nvSpPr>
        <p:spPr>
          <a:xfrm>
            <a:off x="609600" y="914403"/>
            <a:ext cx="10972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olding">
  <p:cSld name="Holding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ull Image">
  <p:cSld name="Full Imag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4"/>
          <p:cNvSpPr>
            <a:spLocks noGrp="1"/>
          </p:cNvSpPr>
          <p:nvPr>
            <p:ph type="pic" idx="2"/>
          </p:nvPr>
        </p:nvSpPr>
        <p:spPr>
          <a:xfrm>
            <a:off x="0" y="3"/>
            <a:ext cx="12192000" cy="6857999"/>
          </a:xfrm>
          <a:prstGeom prst="rect">
            <a:avLst/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ideo">
  <p:cSld name="Video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5"/>
          <p:cNvSpPr>
            <a:spLocks noGrp="1"/>
          </p:cNvSpPr>
          <p:nvPr>
            <p:ph type="media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entury Gothic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pic>
        <p:nvPicPr>
          <p:cNvPr id="83" name="Google Shape;83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94672" y="2327672"/>
            <a:ext cx="2202656" cy="2202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_OneSpeak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5C51F4B-76CE-4269-A8A1-B3D8041F18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white"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269241" y="1941677"/>
            <a:ext cx="8718497" cy="918585"/>
          </a:xfrm>
          <a:noFill/>
        </p:spPr>
        <p:txBody>
          <a:bodyPr lIns="182880" tIns="146304" rIns="182880" bIns="146304" anchor="t" anchorCtr="0"/>
          <a:lstStyle>
            <a:lvl1pPr>
              <a:defRPr sz="4499" spc="-98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269875" y="3877469"/>
            <a:ext cx="8715374" cy="1387928"/>
          </a:xfrm>
        </p:spPr>
        <p:txBody>
          <a:bodyPr lIns="182880" tIns="146304" rIns="182880" bIns="146304">
            <a:noAutofit/>
          </a:bodyPr>
          <a:lstStyle>
            <a:lvl1pPr marL="0" indent="0">
              <a:spcBef>
                <a:spcPts val="0"/>
              </a:spcBef>
              <a:buNone/>
              <a:defRPr lang="en-US" sz="1999" b="0" kern="1200" spc="0" baseline="0" dirty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marL="0" marR="0" lvl="0" indent="0" algn="l" defTabSz="9141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 dirty="0"/>
              <a:t>Speaker Name</a:t>
            </a:r>
          </a:p>
          <a:p>
            <a:pPr marL="0" marR="0" lvl="0" indent="0" algn="l" defTabSz="9141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 dirty="0"/>
              <a:t>Job Title</a:t>
            </a:r>
          </a:p>
          <a:p>
            <a:pPr marL="0" marR="0" lvl="0" indent="0" algn="l" defTabSz="9141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 dirty="0"/>
              <a:t>Company/Org Name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269240" y="1226096"/>
            <a:ext cx="8718497" cy="551818"/>
          </a:xfrm>
        </p:spPr>
        <p:txBody>
          <a:bodyPr vert="horz" wrap="square" lIns="182880" tIns="146304" rIns="182880" bIns="146304" rtlCol="0">
            <a:spAutoFit/>
          </a:bodyPr>
          <a:lstStyle>
            <a:lvl1pPr>
              <a:defRPr lang="en-US" sz="1666" spc="5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 err="1"/>
              <a:t>SessionID</a:t>
            </a:r>
            <a:endParaRPr lang="en-US" dirty="0"/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6F758A9E-D98A-4B48-B7C9-FD59B2A7D711}"/>
              </a:ext>
            </a:extLst>
          </p:cNvPr>
          <p:cNvSpPr txBox="1">
            <a:spLocks noChangeArrowheads="1"/>
          </p:cNvSpPr>
          <p:nvPr userDrawn="1"/>
        </p:nvSpPr>
        <p:spPr bwMode="black">
          <a:xfrm>
            <a:off x="4445001" y="6273942"/>
            <a:ext cx="3302000" cy="115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x-none" sz="750" b="0" i="0" dirty="0">
                <a:solidFill>
                  <a:schemeClr val="tx1"/>
                </a:solidFill>
                <a:latin typeface="Amazon Ember" charset="0"/>
                <a:ea typeface="Amazon Ember" charset="0"/>
                <a:cs typeface="Amazon Ember" charset="0"/>
              </a:rPr>
              <a:t>© 2026, Amazon Web Services, Inc. or its affiliates. All rights reserved.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F37C4F5-F56D-44D5-9ECD-8BF490385D7A}"/>
              </a:ext>
            </a:extLst>
          </p:cNvPr>
          <p:cNvSpPr/>
          <p:nvPr userDrawn="1"/>
        </p:nvSpPr>
        <p:spPr bwMode="black">
          <a:xfrm>
            <a:off x="448471" y="6257717"/>
            <a:ext cx="446236" cy="267710"/>
          </a:xfrm>
          <a:custGeom>
            <a:avLst/>
            <a:gdLst>
              <a:gd name="connsiteX0" fmla="*/ 16294 w 1038916"/>
              <a:gd name="connsiteY0" fmla="*/ 412214 h 623280"/>
              <a:gd name="connsiteX1" fmla="*/ 530500 w 1038916"/>
              <a:gd name="connsiteY1" fmla="*/ 548204 h 623280"/>
              <a:gd name="connsiteX2" fmla="*/ 922882 w 1038916"/>
              <a:gd name="connsiteY2" fmla="*/ 467460 h 623280"/>
              <a:gd name="connsiteX3" fmla="*/ 939881 w 1038916"/>
              <a:gd name="connsiteY3" fmla="*/ 494374 h 623280"/>
              <a:gd name="connsiteX4" fmla="*/ 519167 w 1038916"/>
              <a:gd name="connsiteY4" fmla="*/ 623280 h 623280"/>
              <a:gd name="connsiteX5" fmla="*/ 4961 w 1038916"/>
              <a:gd name="connsiteY5" fmla="*/ 427796 h 623280"/>
              <a:gd name="connsiteX6" fmla="*/ 16294 w 1038916"/>
              <a:gd name="connsiteY6" fmla="*/ 412214 h 623280"/>
              <a:gd name="connsiteX7" fmla="*/ 962369 w 1038916"/>
              <a:gd name="connsiteY7" fmla="*/ 389372 h 623280"/>
              <a:gd name="connsiteX8" fmla="*/ 1034790 w 1038916"/>
              <a:gd name="connsiteY8" fmla="*/ 403715 h 623280"/>
              <a:gd name="connsiteX9" fmla="*/ 971045 w 1038916"/>
              <a:gd name="connsiteY9" fmla="*/ 576534 h 623280"/>
              <a:gd name="connsiteX10" fmla="*/ 956880 w 1038916"/>
              <a:gd name="connsiteY10" fmla="*/ 569451 h 623280"/>
              <a:gd name="connsiteX11" fmla="*/ 986627 w 1038916"/>
              <a:gd name="connsiteY11" fmla="*/ 440545 h 623280"/>
              <a:gd name="connsiteX12" fmla="*/ 853471 w 1038916"/>
              <a:gd name="connsiteY12" fmla="*/ 436295 h 623280"/>
              <a:gd name="connsiteX13" fmla="*/ 850638 w 1038916"/>
              <a:gd name="connsiteY13" fmla="*/ 420713 h 623280"/>
              <a:gd name="connsiteX14" fmla="*/ 962369 w 1038916"/>
              <a:gd name="connsiteY14" fmla="*/ 389372 h 623280"/>
              <a:gd name="connsiteX15" fmla="*/ 172113 w 1038916"/>
              <a:gd name="connsiteY15" fmla="*/ 175652 h 623280"/>
              <a:gd name="connsiteX16" fmla="*/ 121118 w 1038916"/>
              <a:gd name="connsiteY16" fmla="*/ 189817 h 623280"/>
              <a:gd name="connsiteX17" fmla="*/ 104119 w 1038916"/>
              <a:gd name="connsiteY17" fmla="*/ 229480 h 623280"/>
              <a:gd name="connsiteX18" fmla="*/ 116868 w 1038916"/>
              <a:gd name="connsiteY18" fmla="*/ 266310 h 623280"/>
              <a:gd name="connsiteX19" fmla="*/ 153698 w 1038916"/>
              <a:gd name="connsiteY19" fmla="*/ 277643 h 623280"/>
              <a:gd name="connsiteX20" fmla="*/ 189112 w 1038916"/>
              <a:gd name="connsiteY20" fmla="*/ 271976 h 623280"/>
              <a:gd name="connsiteX21" fmla="*/ 221692 w 1038916"/>
              <a:gd name="connsiteY21" fmla="*/ 249312 h 623280"/>
              <a:gd name="connsiteX22" fmla="*/ 233025 w 1038916"/>
              <a:gd name="connsiteY22" fmla="*/ 226647 h 623280"/>
              <a:gd name="connsiteX23" fmla="*/ 235858 w 1038916"/>
              <a:gd name="connsiteY23" fmla="*/ 196900 h 623280"/>
              <a:gd name="connsiteX24" fmla="*/ 235858 w 1038916"/>
              <a:gd name="connsiteY24" fmla="*/ 182734 h 623280"/>
              <a:gd name="connsiteX25" fmla="*/ 204694 w 1038916"/>
              <a:gd name="connsiteY25" fmla="*/ 177068 h 623280"/>
              <a:gd name="connsiteX26" fmla="*/ 172113 w 1038916"/>
              <a:gd name="connsiteY26" fmla="*/ 175652 h 623280"/>
              <a:gd name="connsiteX27" fmla="*/ 335016 w 1038916"/>
              <a:gd name="connsiteY27" fmla="*/ 8499 h 623280"/>
              <a:gd name="connsiteX28" fmla="*/ 369013 w 1038916"/>
              <a:gd name="connsiteY28" fmla="*/ 8499 h 623280"/>
              <a:gd name="connsiteX29" fmla="*/ 383178 w 1038916"/>
              <a:gd name="connsiteY29" fmla="*/ 11332 h 623280"/>
              <a:gd name="connsiteX30" fmla="*/ 390261 w 1038916"/>
              <a:gd name="connsiteY30" fmla="*/ 25498 h 623280"/>
              <a:gd name="connsiteX31" fmla="*/ 448339 w 1038916"/>
              <a:gd name="connsiteY31" fmla="*/ 253561 h 623280"/>
              <a:gd name="connsiteX32" fmla="*/ 502169 w 1038916"/>
              <a:gd name="connsiteY32" fmla="*/ 25498 h 623280"/>
              <a:gd name="connsiteX33" fmla="*/ 509251 w 1038916"/>
              <a:gd name="connsiteY33" fmla="*/ 11332 h 623280"/>
              <a:gd name="connsiteX34" fmla="*/ 523417 w 1038916"/>
              <a:gd name="connsiteY34" fmla="*/ 8499 h 623280"/>
              <a:gd name="connsiteX35" fmla="*/ 551748 w 1038916"/>
              <a:gd name="connsiteY35" fmla="*/ 8499 h 623280"/>
              <a:gd name="connsiteX36" fmla="*/ 565914 w 1038916"/>
              <a:gd name="connsiteY36" fmla="*/ 11332 h 623280"/>
              <a:gd name="connsiteX37" fmla="*/ 572996 w 1038916"/>
              <a:gd name="connsiteY37" fmla="*/ 25498 h 623280"/>
              <a:gd name="connsiteX38" fmla="*/ 623992 w 1038916"/>
              <a:gd name="connsiteY38" fmla="*/ 257811 h 623280"/>
              <a:gd name="connsiteX39" fmla="*/ 683487 w 1038916"/>
              <a:gd name="connsiteY39" fmla="*/ 26914 h 623280"/>
              <a:gd name="connsiteX40" fmla="*/ 690569 w 1038916"/>
              <a:gd name="connsiteY40" fmla="*/ 12749 h 623280"/>
              <a:gd name="connsiteX41" fmla="*/ 704735 w 1038916"/>
              <a:gd name="connsiteY41" fmla="*/ 9916 h 623280"/>
              <a:gd name="connsiteX42" fmla="*/ 737315 w 1038916"/>
              <a:gd name="connsiteY42" fmla="*/ 9916 h 623280"/>
              <a:gd name="connsiteX43" fmla="*/ 745815 w 1038916"/>
              <a:gd name="connsiteY43" fmla="*/ 18415 h 623280"/>
              <a:gd name="connsiteX44" fmla="*/ 745815 w 1038916"/>
              <a:gd name="connsiteY44" fmla="*/ 24081 h 623280"/>
              <a:gd name="connsiteX45" fmla="*/ 742982 w 1038916"/>
              <a:gd name="connsiteY45" fmla="*/ 32581 h 623280"/>
              <a:gd name="connsiteX46" fmla="*/ 659405 w 1038916"/>
              <a:gd name="connsiteY46" fmla="*/ 300307 h 623280"/>
              <a:gd name="connsiteX47" fmla="*/ 652323 w 1038916"/>
              <a:gd name="connsiteY47" fmla="*/ 314473 h 623280"/>
              <a:gd name="connsiteX48" fmla="*/ 639574 w 1038916"/>
              <a:gd name="connsiteY48" fmla="*/ 317306 h 623280"/>
              <a:gd name="connsiteX49" fmla="*/ 609826 w 1038916"/>
              <a:gd name="connsiteY49" fmla="*/ 317306 h 623280"/>
              <a:gd name="connsiteX50" fmla="*/ 595661 w 1038916"/>
              <a:gd name="connsiteY50" fmla="*/ 313056 h 623280"/>
              <a:gd name="connsiteX51" fmla="*/ 588578 w 1038916"/>
              <a:gd name="connsiteY51" fmla="*/ 298891 h 623280"/>
              <a:gd name="connsiteX52" fmla="*/ 534750 w 1038916"/>
              <a:gd name="connsiteY52" fmla="*/ 76493 h 623280"/>
              <a:gd name="connsiteX53" fmla="*/ 480920 w 1038916"/>
              <a:gd name="connsiteY53" fmla="*/ 298891 h 623280"/>
              <a:gd name="connsiteX54" fmla="*/ 473837 w 1038916"/>
              <a:gd name="connsiteY54" fmla="*/ 313056 h 623280"/>
              <a:gd name="connsiteX55" fmla="*/ 459672 w 1038916"/>
              <a:gd name="connsiteY55" fmla="*/ 317306 h 623280"/>
              <a:gd name="connsiteX56" fmla="*/ 431341 w 1038916"/>
              <a:gd name="connsiteY56" fmla="*/ 317306 h 623280"/>
              <a:gd name="connsiteX57" fmla="*/ 431341 w 1038916"/>
              <a:gd name="connsiteY57" fmla="*/ 315889 h 623280"/>
              <a:gd name="connsiteX58" fmla="*/ 418592 w 1038916"/>
              <a:gd name="connsiteY58" fmla="*/ 313056 h 623280"/>
              <a:gd name="connsiteX59" fmla="*/ 411509 w 1038916"/>
              <a:gd name="connsiteY59" fmla="*/ 298891 h 623280"/>
              <a:gd name="connsiteX60" fmla="*/ 330766 w 1038916"/>
              <a:gd name="connsiteY60" fmla="*/ 31164 h 623280"/>
              <a:gd name="connsiteX61" fmla="*/ 326517 w 1038916"/>
              <a:gd name="connsiteY61" fmla="*/ 16999 h 623280"/>
              <a:gd name="connsiteX62" fmla="*/ 335016 w 1038916"/>
              <a:gd name="connsiteY62" fmla="*/ 8499 h 623280"/>
              <a:gd name="connsiteX63" fmla="*/ 887469 w 1038916"/>
              <a:gd name="connsiteY63" fmla="*/ 1417 h 623280"/>
              <a:gd name="connsiteX64" fmla="*/ 910134 w 1038916"/>
              <a:gd name="connsiteY64" fmla="*/ 2833 h 623280"/>
              <a:gd name="connsiteX65" fmla="*/ 932798 w 1038916"/>
              <a:gd name="connsiteY65" fmla="*/ 7083 h 623280"/>
              <a:gd name="connsiteX66" fmla="*/ 952630 w 1038916"/>
              <a:gd name="connsiteY66" fmla="*/ 12749 h 623280"/>
              <a:gd name="connsiteX67" fmla="*/ 966795 w 1038916"/>
              <a:gd name="connsiteY67" fmla="*/ 18415 h 623280"/>
              <a:gd name="connsiteX68" fmla="*/ 976711 w 1038916"/>
              <a:gd name="connsiteY68" fmla="*/ 26914 h 623280"/>
              <a:gd name="connsiteX69" fmla="*/ 979544 w 1038916"/>
              <a:gd name="connsiteY69" fmla="*/ 38247 h 623280"/>
              <a:gd name="connsiteX70" fmla="*/ 979544 w 1038916"/>
              <a:gd name="connsiteY70" fmla="*/ 55245 h 623280"/>
              <a:gd name="connsiteX71" fmla="*/ 971045 w 1038916"/>
              <a:gd name="connsiteY71" fmla="*/ 66578 h 623280"/>
              <a:gd name="connsiteX72" fmla="*/ 958296 w 1038916"/>
              <a:gd name="connsiteY72" fmla="*/ 62328 h 623280"/>
              <a:gd name="connsiteX73" fmla="*/ 891719 w 1038916"/>
              <a:gd name="connsiteY73" fmla="*/ 49579 h 623280"/>
              <a:gd name="connsiteX74" fmla="*/ 846389 w 1038916"/>
              <a:gd name="connsiteY74" fmla="*/ 59495 h 623280"/>
              <a:gd name="connsiteX75" fmla="*/ 829391 w 1038916"/>
              <a:gd name="connsiteY75" fmla="*/ 90659 h 623280"/>
              <a:gd name="connsiteX76" fmla="*/ 839307 w 1038916"/>
              <a:gd name="connsiteY76" fmla="*/ 114740 h 623280"/>
              <a:gd name="connsiteX77" fmla="*/ 877553 w 1038916"/>
              <a:gd name="connsiteY77" fmla="*/ 133155 h 623280"/>
              <a:gd name="connsiteX78" fmla="*/ 927132 w 1038916"/>
              <a:gd name="connsiteY78" fmla="*/ 148737 h 623280"/>
              <a:gd name="connsiteX79" fmla="*/ 980961 w 1038916"/>
              <a:gd name="connsiteY79" fmla="*/ 181318 h 623280"/>
              <a:gd name="connsiteX80" fmla="*/ 996543 w 1038916"/>
              <a:gd name="connsiteY80" fmla="*/ 229480 h 623280"/>
              <a:gd name="connsiteX81" fmla="*/ 988044 w 1038916"/>
              <a:gd name="connsiteY81" fmla="*/ 269143 h 623280"/>
              <a:gd name="connsiteX82" fmla="*/ 962546 w 1038916"/>
              <a:gd name="connsiteY82" fmla="*/ 300307 h 623280"/>
              <a:gd name="connsiteX83" fmla="*/ 924299 w 1038916"/>
              <a:gd name="connsiteY83" fmla="*/ 320139 h 623280"/>
              <a:gd name="connsiteX84" fmla="*/ 874720 w 1038916"/>
              <a:gd name="connsiteY84" fmla="*/ 324389 h 623280"/>
              <a:gd name="connsiteX85" fmla="*/ 820891 w 1038916"/>
              <a:gd name="connsiteY85" fmla="*/ 318722 h 623280"/>
              <a:gd name="connsiteX86" fmla="*/ 781228 w 1038916"/>
              <a:gd name="connsiteY86" fmla="*/ 304557 h 623280"/>
              <a:gd name="connsiteX87" fmla="*/ 771312 w 1038916"/>
              <a:gd name="connsiteY87" fmla="*/ 294641 h 623280"/>
              <a:gd name="connsiteX88" fmla="*/ 769896 w 1038916"/>
              <a:gd name="connsiteY88" fmla="*/ 284725 h 623280"/>
              <a:gd name="connsiteX89" fmla="*/ 769896 w 1038916"/>
              <a:gd name="connsiteY89" fmla="*/ 267727 h 623280"/>
              <a:gd name="connsiteX90" fmla="*/ 778395 w 1038916"/>
              <a:gd name="connsiteY90" fmla="*/ 256395 h 623280"/>
              <a:gd name="connsiteX91" fmla="*/ 784061 w 1038916"/>
              <a:gd name="connsiteY91" fmla="*/ 257811 h 623280"/>
              <a:gd name="connsiteX92" fmla="*/ 792561 w 1038916"/>
              <a:gd name="connsiteY92" fmla="*/ 262061 h 623280"/>
              <a:gd name="connsiteX93" fmla="*/ 830807 w 1038916"/>
              <a:gd name="connsiteY93" fmla="*/ 274810 h 623280"/>
              <a:gd name="connsiteX94" fmla="*/ 871887 w 1038916"/>
              <a:gd name="connsiteY94" fmla="*/ 279059 h 623280"/>
              <a:gd name="connsiteX95" fmla="*/ 922883 w 1038916"/>
              <a:gd name="connsiteY95" fmla="*/ 267727 h 623280"/>
              <a:gd name="connsiteX96" fmla="*/ 941298 w 1038916"/>
              <a:gd name="connsiteY96" fmla="*/ 235146 h 623280"/>
              <a:gd name="connsiteX97" fmla="*/ 931382 w 1038916"/>
              <a:gd name="connsiteY97" fmla="*/ 211065 h 623280"/>
              <a:gd name="connsiteX98" fmla="*/ 895968 w 1038916"/>
              <a:gd name="connsiteY98" fmla="*/ 192650 h 623280"/>
              <a:gd name="connsiteX99" fmla="*/ 846389 w 1038916"/>
              <a:gd name="connsiteY99" fmla="*/ 177068 h 623280"/>
              <a:gd name="connsiteX100" fmla="*/ 791144 w 1038916"/>
              <a:gd name="connsiteY100" fmla="*/ 141654 h 623280"/>
              <a:gd name="connsiteX101" fmla="*/ 774145 w 1038916"/>
              <a:gd name="connsiteY101" fmla="*/ 92075 h 623280"/>
              <a:gd name="connsiteX102" fmla="*/ 784061 w 1038916"/>
              <a:gd name="connsiteY102" fmla="*/ 53829 h 623280"/>
              <a:gd name="connsiteX103" fmla="*/ 808143 w 1038916"/>
              <a:gd name="connsiteY103" fmla="*/ 25498 h 623280"/>
              <a:gd name="connsiteX104" fmla="*/ 843556 w 1038916"/>
              <a:gd name="connsiteY104" fmla="*/ 7083 h 623280"/>
              <a:gd name="connsiteX105" fmla="*/ 887469 w 1038916"/>
              <a:gd name="connsiteY105" fmla="*/ 1417 h 623280"/>
              <a:gd name="connsiteX106" fmla="*/ 176363 w 1038916"/>
              <a:gd name="connsiteY106" fmla="*/ 0 h 623280"/>
              <a:gd name="connsiteX107" fmla="*/ 267022 w 1038916"/>
              <a:gd name="connsiteY107" fmla="*/ 28331 h 623280"/>
              <a:gd name="connsiteX108" fmla="*/ 295353 w 1038916"/>
              <a:gd name="connsiteY108" fmla="*/ 113324 h 623280"/>
              <a:gd name="connsiteX109" fmla="*/ 295353 w 1038916"/>
              <a:gd name="connsiteY109" fmla="*/ 225231 h 623280"/>
              <a:gd name="connsiteX110" fmla="*/ 293936 w 1038916"/>
              <a:gd name="connsiteY110" fmla="*/ 225231 h 623280"/>
              <a:gd name="connsiteX111" fmla="*/ 298186 w 1038916"/>
              <a:gd name="connsiteY111" fmla="*/ 256395 h 623280"/>
              <a:gd name="connsiteX112" fmla="*/ 309518 w 1038916"/>
              <a:gd name="connsiteY112" fmla="*/ 280476 h 623280"/>
              <a:gd name="connsiteX113" fmla="*/ 312351 w 1038916"/>
              <a:gd name="connsiteY113" fmla="*/ 288975 h 623280"/>
              <a:gd name="connsiteX114" fmla="*/ 305269 w 1038916"/>
              <a:gd name="connsiteY114" fmla="*/ 298891 h 623280"/>
              <a:gd name="connsiteX115" fmla="*/ 284020 w 1038916"/>
              <a:gd name="connsiteY115" fmla="*/ 313056 h 623280"/>
              <a:gd name="connsiteX116" fmla="*/ 275521 w 1038916"/>
              <a:gd name="connsiteY116" fmla="*/ 315889 h 623280"/>
              <a:gd name="connsiteX117" fmla="*/ 265605 w 1038916"/>
              <a:gd name="connsiteY117" fmla="*/ 311640 h 623280"/>
              <a:gd name="connsiteX118" fmla="*/ 252856 w 1038916"/>
              <a:gd name="connsiteY118" fmla="*/ 296058 h 623280"/>
              <a:gd name="connsiteX119" fmla="*/ 242941 w 1038916"/>
              <a:gd name="connsiteY119" fmla="*/ 276226 h 623280"/>
              <a:gd name="connsiteX120" fmla="*/ 140949 w 1038916"/>
              <a:gd name="connsiteY120" fmla="*/ 324389 h 623280"/>
              <a:gd name="connsiteX121" fmla="*/ 71539 w 1038916"/>
              <a:gd name="connsiteY121" fmla="*/ 300307 h 623280"/>
              <a:gd name="connsiteX122" fmla="*/ 46041 w 1038916"/>
              <a:gd name="connsiteY122" fmla="*/ 233730 h 623280"/>
              <a:gd name="connsiteX123" fmla="*/ 77205 w 1038916"/>
              <a:gd name="connsiteY123" fmla="*/ 162903 h 623280"/>
              <a:gd name="connsiteX124" fmla="*/ 162198 w 1038916"/>
              <a:gd name="connsiteY124" fmla="*/ 135988 h 623280"/>
              <a:gd name="connsiteX125" fmla="*/ 199028 w 1038916"/>
              <a:gd name="connsiteY125" fmla="*/ 138821 h 623280"/>
              <a:gd name="connsiteX126" fmla="*/ 238691 w 1038916"/>
              <a:gd name="connsiteY126" fmla="*/ 145904 h 623280"/>
              <a:gd name="connsiteX127" fmla="*/ 238691 w 1038916"/>
              <a:gd name="connsiteY127" fmla="*/ 120406 h 623280"/>
              <a:gd name="connsiteX128" fmla="*/ 221692 w 1038916"/>
              <a:gd name="connsiteY128" fmla="*/ 65161 h 623280"/>
              <a:gd name="connsiteX129" fmla="*/ 165031 w 1038916"/>
              <a:gd name="connsiteY129" fmla="*/ 49579 h 623280"/>
              <a:gd name="connsiteX130" fmla="*/ 128201 w 1038916"/>
              <a:gd name="connsiteY130" fmla="*/ 53829 h 623280"/>
              <a:gd name="connsiteX131" fmla="*/ 91370 w 1038916"/>
              <a:gd name="connsiteY131" fmla="*/ 65161 h 623280"/>
              <a:gd name="connsiteX132" fmla="*/ 78622 w 1038916"/>
              <a:gd name="connsiteY132" fmla="*/ 69411 h 623280"/>
              <a:gd name="connsiteX133" fmla="*/ 72955 w 1038916"/>
              <a:gd name="connsiteY133" fmla="*/ 70827 h 623280"/>
              <a:gd name="connsiteX134" fmla="*/ 65873 w 1038916"/>
              <a:gd name="connsiteY134" fmla="*/ 59495 h 623280"/>
              <a:gd name="connsiteX135" fmla="*/ 65873 w 1038916"/>
              <a:gd name="connsiteY135" fmla="*/ 42496 h 623280"/>
              <a:gd name="connsiteX136" fmla="*/ 68706 w 1038916"/>
              <a:gd name="connsiteY136" fmla="*/ 29747 h 623280"/>
              <a:gd name="connsiteX137" fmla="*/ 78622 w 1038916"/>
              <a:gd name="connsiteY137" fmla="*/ 22665 h 623280"/>
              <a:gd name="connsiteX138" fmla="*/ 122534 w 1038916"/>
              <a:gd name="connsiteY138" fmla="*/ 7083 h 623280"/>
              <a:gd name="connsiteX139" fmla="*/ 176363 w 1038916"/>
              <a:gd name="connsiteY139" fmla="*/ 0 h 623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1038916" h="623280">
                <a:moveTo>
                  <a:pt x="16294" y="412214"/>
                </a:moveTo>
                <a:cubicBezTo>
                  <a:pt x="162198" y="497207"/>
                  <a:pt x="343515" y="548204"/>
                  <a:pt x="530500" y="548204"/>
                </a:cubicBezTo>
                <a:cubicBezTo>
                  <a:pt x="656572" y="548204"/>
                  <a:pt x="795393" y="522706"/>
                  <a:pt x="922882" y="467460"/>
                </a:cubicBezTo>
                <a:cubicBezTo>
                  <a:pt x="942714" y="460377"/>
                  <a:pt x="958296" y="480208"/>
                  <a:pt x="939881" y="494374"/>
                </a:cubicBezTo>
                <a:cubicBezTo>
                  <a:pt x="826557" y="577951"/>
                  <a:pt x="660822" y="623280"/>
                  <a:pt x="519167" y="623280"/>
                </a:cubicBezTo>
                <a:cubicBezTo>
                  <a:pt x="320850" y="623280"/>
                  <a:pt x="140949" y="549620"/>
                  <a:pt x="4961" y="427796"/>
                </a:cubicBezTo>
                <a:cubicBezTo>
                  <a:pt x="-6371" y="417881"/>
                  <a:pt x="3545" y="405132"/>
                  <a:pt x="16294" y="412214"/>
                </a:cubicBezTo>
                <a:close/>
                <a:moveTo>
                  <a:pt x="962369" y="389372"/>
                </a:moveTo>
                <a:cubicBezTo>
                  <a:pt x="998668" y="388841"/>
                  <a:pt x="1028416" y="395924"/>
                  <a:pt x="1034790" y="403715"/>
                </a:cubicBezTo>
                <a:cubicBezTo>
                  <a:pt x="1047539" y="419297"/>
                  <a:pt x="1031957" y="525538"/>
                  <a:pt x="971045" y="576534"/>
                </a:cubicBezTo>
                <a:cubicBezTo>
                  <a:pt x="961130" y="585033"/>
                  <a:pt x="952630" y="580784"/>
                  <a:pt x="956880" y="569451"/>
                </a:cubicBezTo>
                <a:cubicBezTo>
                  <a:pt x="971045" y="535454"/>
                  <a:pt x="1002209" y="458960"/>
                  <a:pt x="986627" y="440545"/>
                </a:cubicBezTo>
                <a:cubicBezTo>
                  <a:pt x="972462" y="422130"/>
                  <a:pt x="890301" y="432046"/>
                  <a:pt x="853471" y="436295"/>
                </a:cubicBezTo>
                <a:cubicBezTo>
                  <a:pt x="842139" y="437712"/>
                  <a:pt x="840722" y="427796"/>
                  <a:pt x="850638" y="420713"/>
                </a:cubicBezTo>
                <a:cubicBezTo>
                  <a:pt x="883218" y="398049"/>
                  <a:pt x="926069" y="389904"/>
                  <a:pt x="962369" y="389372"/>
                </a:cubicBezTo>
                <a:close/>
                <a:moveTo>
                  <a:pt x="172113" y="175652"/>
                </a:moveTo>
                <a:cubicBezTo>
                  <a:pt x="149449" y="175652"/>
                  <a:pt x="132450" y="179901"/>
                  <a:pt x="121118" y="189817"/>
                </a:cubicBezTo>
                <a:cubicBezTo>
                  <a:pt x="109786" y="199733"/>
                  <a:pt x="104119" y="212482"/>
                  <a:pt x="104119" y="229480"/>
                </a:cubicBezTo>
                <a:cubicBezTo>
                  <a:pt x="104119" y="245062"/>
                  <a:pt x="108369" y="257811"/>
                  <a:pt x="116868" y="266310"/>
                </a:cubicBezTo>
                <a:cubicBezTo>
                  <a:pt x="125368" y="273393"/>
                  <a:pt x="138116" y="277643"/>
                  <a:pt x="153698" y="277643"/>
                </a:cubicBezTo>
                <a:cubicBezTo>
                  <a:pt x="165031" y="277643"/>
                  <a:pt x="176363" y="276226"/>
                  <a:pt x="189112" y="271976"/>
                </a:cubicBezTo>
                <a:cubicBezTo>
                  <a:pt x="201861" y="267727"/>
                  <a:pt x="211777" y="260644"/>
                  <a:pt x="221692" y="249312"/>
                </a:cubicBezTo>
                <a:cubicBezTo>
                  <a:pt x="227359" y="242229"/>
                  <a:pt x="231608" y="235146"/>
                  <a:pt x="233025" y="226647"/>
                </a:cubicBezTo>
                <a:cubicBezTo>
                  <a:pt x="235858" y="218148"/>
                  <a:pt x="235858" y="208232"/>
                  <a:pt x="235858" y="196900"/>
                </a:cubicBezTo>
                <a:lnTo>
                  <a:pt x="235858" y="182734"/>
                </a:lnTo>
                <a:cubicBezTo>
                  <a:pt x="225942" y="179901"/>
                  <a:pt x="214610" y="178485"/>
                  <a:pt x="204694" y="177068"/>
                </a:cubicBezTo>
                <a:cubicBezTo>
                  <a:pt x="193362" y="175652"/>
                  <a:pt x="183446" y="175652"/>
                  <a:pt x="172113" y="175652"/>
                </a:cubicBezTo>
                <a:close/>
                <a:moveTo>
                  <a:pt x="335016" y="8499"/>
                </a:moveTo>
                <a:lnTo>
                  <a:pt x="369013" y="8499"/>
                </a:lnTo>
                <a:cubicBezTo>
                  <a:pt x="376096" y="8499"/>
                  <a:pt x="380345" y="9916"/>
                  <a:pt x="383178" y="11332"/>
                </a:cubicBezTo>
                <a:cubicBezTo>
                  <a:pt x="386012" y="14166"/>
                  <a:pt x="387428" y="18415"/>
                  <a:pt x="390261" y="25498"/>
                </a:cubicBezTo>
                <a:lnTo>
                  <a:pt x="448339" y="253561"/>
                </a:lnTo>
                <a:lnTo>
                  <a:pt x="502169" y="25498"/>
                </a:lnTo>
                <a:cubicBezTo>
                  <a:pt x="503585" y="18415"/>
                  <a:pt x="506419" y="14166"/>
                  <a:pt x="509251" y="11332"/>
                </a:cubicBezTo>
                <a:cubicBezTo>
                  <a:pt x="512085" y="8499"/>
                  <a:pt x="516335" y="8499"/>
                  <a:pt x="523417" y="8499"/>
                </a:cubicBezTo>
                <a:lnTo>
                  <a:pt x="551748" y="8499"/>
                </a:lnTo>
                <a:cubicBezTo>
                  <a:pt x="558831" y="8499"/>
                  <a:pt x="563081" y="9916"/>
                  <a:pt x="565914" y="11332"/>
                </a:cubicBezTo>
                <a:cubicBezTo>
                  <a:pt x="568747" y="14166"/>
                  <a:pt x="571580" y="18415"/>
                  <a:pt x="572996" y="25498"/>
                </a:cubicBezTo>
                <a:lnTo>
                  <a:pt x="623992" y="257811"/>
                </a:lnTo>
                <a:lnTo>
                  <a:pt x="683487" y="26914"/>
                </a:lnTo>
                <a:cubicBezTo>
                  <a:pt x="684903" y="19832"/>
                  <a:pt x="687736" y="15582"/>
                  <a:pt x="690569" y="12749"/>
                </a:cubicBezTo>
                <a:cubicBezTo>
                  <a:pt x="693403" y="9916"/>
                  <a:pt x="697652" y="9916"/>
                  <a:pt x="704735" y="9916"/>
                </a:cubicBezTo>
                <a:lnTo>
                  <a:pt x="737315" y="9916"/>
                </a:lnTo>
                <a:cubicBezTo>
                  <a:pt x="742982" y="9916"/>
                  <a:pt x="745815" y="12749"/>
                  <a:pt x="745815" y="18415"/>
                </a:cubicBezTo>
                <a:cubicBezTo>
                  <a:pt x="745815" y="19832"/>
                  <a:pt x="745815" y="21248"/>
                  <a:pt x="745815" y="24081"/>
                </a:cubicBezTo>
                <a:cubicBezTo>
                  <a:pt x="745815" y="25498"/>
                  <a:pt x="744398" y="28331"/>
                  <a:pt x="742982" y="32581"/>
                </a:cubicBezTo>
                <a:lnTo>
                  <a:pt x="659405" y="300307"/>
                </a:lnTo>
                <a:cubicBezTo>
                  <a:pt x="657989" y="307390"/>
                  <a:pt x="655156" y="311640"/>
                  <a:pt x="652323" y="314473"/>
                </a:cubicBezTo>
                <a:cubicBezTo>
                  <a:pt x="649490" y="317306"/>
                  <a:pt x="645240" y="317306"/>
                  <a:pt x="639574" y="317306"/>
                </a:cubicBezTo>
                <a:lnTo>
                  <a:pt x="609826" y="317306"/>
                </a:lnTo>
                <a:cubicBezTo>
                  <a:pt x="602744" y="317306"/>
                  <a:pt x="598494" y="315889"/>
                  <a:pt x="595661" y="313056"/>
                </a:cubicBezTo>
                <a:cubicBezTo>
                  <a:pt x="592828" y="310223"/>
                  <a:pt x="589995" y="305974"/>
                  <a:pt x="588578" y="298891"/>
                </a:cubicBezTo>
                <a:lnTo>
                  <a:pt x="534750" y="76493"/>
                </a:lnTo>
                <a:lnTo>
                  <a:pt x="480920" y="298891"/>
                </a:lnTo>
                <a:cubicBezTo>
                  <a:pt x="479503" y="305974"/>
                  <a:pt x="476670" y="310223"/>
                  <a:pt x="473837" y="313056"/>
                </a:cubicBezTo>
                <a:cubicBezTo>
                  <a:pt x="471004" y="315889"/>
                  <a:pt x="466755" y="317306"/>
                  <a:pt x="459672" y="317306"/>
                </a:cubicBezTo>
                <a:lnTo>
                  <a:pt x="431341" y="317306"/>
                </a:lnTo>
                <a:lnTo>
                  <a:pt x="431341" y="315889"/>
                </a:lnTo>
                <a:cubicBezTo>
                  <a:pt x="425675" y="315889"/>
                  <a:pt x="421425" y="314473"/>
                  <a:pt x="418592" y="313056"/>
                </a:cubicBezTo>
                <a:cubicBezTo>
                  <a:pt x="415759" y="310223"/>
                  <a:pt x="412926" y="305974"/>
                  <a:pt x="411509" y="298891"/>
                </a:cubicBezTo>
                <a:lnTo>
                  <a:pt x="330766" y="31164"/>
                </a:lnTo>
                <a:cubicBezTo>
                  <a:pt x="326517" y="24081"/>
                  <a:pt x="326517" y="19832"/>
                  <a:pt x="326517" y="16999"/>
                </a:cubicBezTo>
                <a:cubicBezTo>
                  <a:pt x="326517" y="11332"/>
                  <a:pt x="329350" y="8499"/>
                  <a:pt x="335016" y="8499"/>
                </a:cubicBezTo>
                <a:close/>
                <a:moveTo>
                  <a:pt x="887469" y="1417"/>
                </a:moveTo>
                <a:cubicBezTo>
                  <a:pt x="894552" y="1417"/>
                  <a:pt x="903051" y="1417"/>
                  <a:pt x="910134" y="2833"/>
                </a:cubicBezTo>
                <a:cubicBezTo>
                  <a:pt x="918633" y="4250"/>
                  <a:pt x="925716" y="5666"/>
                  <a:pt x="932798" y="7083"/>
                </a:cubicBezTo>
                <a:cubicBezTo>
                  <a:pt x="939881" y="8499"/>
                  <a:pt x="946964" y="9916"/>
                  <a:pt x="952630" y="12749"/>
                </a:cubicBezTo>
                <a:cubicBezTo>
                  <a:pt x="958296" y="14166"/>
                  <a:pt x="963962" y="16999"/>
                  <a:pt x="966795" y="18415"/>
                </a:cubicBezTo>
                <a:cubicBezTo>
                  <a:pt x="971045" y="21248"/>
                  <a:pt x="975295" y="24081"/>
                  <a:pt x="976711" y="26914"/>
                </a:cubicBezTo>
                <a:cubicBezTo>
                  <a:pt x="978128" y="29747"/>
                  <a:pt x="979544" y="33997"/>
                  <a:pt x="979544" y="38247"/>
                </a:cubicBezTo>
                <a:lnTo>
                  <a:pt x="979544" y="55245"/>
                </a:lnTo>
                <a:cubicBezTo>
                  <a:pt x="979544" y="62328"/>
                  <a:pt x="976711" y="66578"/>
                  <a:pt x="971045" y="66578"/>
                </a:cubicBezTo>
                <a:cubicBezTo>
                  <a:pt x="968212" y="66578"/>
                  <a:pt x="963962" y="65161"/>
                  <a:pt x="958296" y="62328"/>
                </a:cubicBezTo>
                <a:cubicBezTo>
                  <a:pt x="938465" y="53829"/>
                  <a:pt x="915800" y="49579"/>
                  <a:pt x="891719" y="49579"/>
                </a:cubicBezTo>
                <a:cubicBezTo>
                  <a:pt x="871887" y="49579"/>
                  <a:pt x="856305" y="52412"/>
                  <a:pt x="846389" y="59495"/>
                </a:cubicBezTo>
                <a:cubicBezTo>
                  <a:pt x="835057" y="66578"/>
                  <a:pt x="829391" y="76493"/>
                  <a:pt x="829391" y="90659"/>
                </a:cubicBezTo>
                <a:cubicBezTo>
                  <a:pt x="829391" y="100575"/>
                  <a:pt x="832224" y="109074"/>
                  <a:pt x="839307" y="114740"/>
                </a:cubicBezTo>
                <a:cubicBezTo>
                  <a:pt x="846389" y="121823"/>
                  <a:pt x="859138" y="127489"/>
                  <a:pt x="877553" y="133155"/>
                </a:cubicBezTo>
                <a:lnTo>
                  <a:pt x="927132" y="148737"/>
                </a:lnTo>
                <a:cubicBezTo>
                  <a:pt x="952630" y="157236"/>
                  <a:pt x="969629" y="168569"/>
                  <a:pt x="980961" y="181318"/>
                </a:cubicBezTo>
                <a:cubicBezTo>
                  <a:pt x="992293" y="195483"/>
                  <a:pt x="996543" y="211065"/>
                  <a:pt x="996543" y="229480"/>
                </a:cubicBezTo>
                <a:cubicBezTo>
                  <a:pt x="996543" y="245062"/>
                  <a:pt x="993710" y="257811"/>
                  <a:pt x="988044" y="269143"/>
                </a:cubicBezTo>
                <a:cubicBezTo>
                  <a:pt x="982377" y="280476"/>
                  <a:pt x="973878" y="291808"/>
                  <a:pt x="962546" y="300307"/>
                </a:cubicBezTo>
                <a:cubicBezTo>
                  <a:pt x="951213" y="308807"/>
                  <a:pt x="938465" y="315889"/>
                  <a:pt x="924299" y="320139"/>
                </a:cubicBezTo>
                <a:cubicBezTo>
                  <a:pt x="908717" y="322972"/>
                  <a:pt x="891719" y="324389"/>
                  <a:pt x="874720" y="324389"/>
                </a:cubicBezTo>
                <a:cubicBezTo>
                  <a:pt x="856305" y="324389"/>
                  <a:pt x="839307" y="322972"/>
                  <a:pt x="820891" y="318722"/>
                </a:cubicBezTo>
                <a:cubicBezTo>
                  <a:pt x="803893" y="314473"/>
                  <a:pt x="789727" y="310223"/>
                  <a:pt x="781228" y="304557"/>
                </a:cubicBezTo>
                <a:cubicBezTo>
                  <a:pt x="775562" y="301724"/>
                  <a:pt x="772729" y="297474"/>
                  <a:pt x="771312" y="294641"/>
                </a:cubicBezTo>
                <a:cubicBezTo>
                  <a:pt x="769896" y="291808"/>
                  <a:pt x="769896" y="287558"/>
                  <a:pt x="769896" y="284725"/>
                </a:cubicBezTo>
                <a:lnTo>
                  <a:pt x="769896" y="267727"/>
                </a:lnTo>
                <a:cubicBezTo>
                  <a:pt x="769896" y="260644"/>
                  <a:pt x="772729" y="256395"/>
                  <a:pt x="778395" y="256395"/>
                </a:cubicBezTo>
                <a:cubicBezTo>
                  <a:pt x="779812" y="256395"/>
                  <a:pt x="782645" y="256395"/>
                  <a:pt x="784061" y="257811"/>
                </a:cubicBezTo>
                <a:cubicBezTo>
                  <a:pt x="786894" y="259228"/>
                  <a:pt x="789727" y="259228"/>
                  <a:pt x="792561" y="262061"/>
                </a:cubicBezTo>
                <a:cubicBezTo>
                  <a:pt x="803893" y="267727"/>
                  <a:pt x="816642" y="271976"/>
                  <a:pt x="830807" y="274810"/>
                </a:cubicBezTo>
                <a:cubicBezTo>
                  <a:pt x="844973" y="277643"/>
                  <a:pt x="857722" y="279059"/>
                  <a:pt x="871887" y="279059"/>
                </a:cubicBezTo>
                <a:cubicBezTo>
                  <a:pt x="893135" y="279059"/>
                  <a:pt x="910134" y="274810"/>
                  <a:pt x="922883" y="267727"/>
                </a:cubicBezTo>
                <a:cubicBezTo>
                  <a:pt x="934215" y="260644"/>
                  <a:pt x="941298" y="249312"/>
                  <a:pt x="941298" y="235146"/>
                </a:cubicBezTo>
                <a:cubicBezTo>
                  <a:pt x="941298" y="225231"/>
                  <a:pt x="938465" y="216731"/>
                  <a:pt x="931382" y="211065"/>
                </a:cubicBezTo>
                <a:cubicBezTo>
                  <a:pt x="925716" y="203982"/>
                  <a:pt x="912967" y="198316"/>
                  <a:pt x="895968" y="192650"/>
                </a:cubicBezTo>
                <a:lnTo>
                  <a:pt x="846389" y="177068"/>
                </a:lnTo>
                <a:cubicBezTo>
                  <a:pt x="820891" y="168569"/>
                  <a:pt x="802476" y="157236"/>
                  <a:pt x="791144" y="141654"/>
                </a:cubicBezTo>
                <a:cubicBezTo>
                  <a:pt x="779812" y="126072"/>
                  <a:pt x="774145" y="109074"/>
                  <a:pt x="774145" y="92075"/>
                </a:cubicBezTo>
                <a:cubicBezTo>
                  <a:pt x="774145" y="77910"/>
                  <a:pt x="776979" y="65161"/>
                  <a:pt x="784061" y="53829"/>
                </a:cubicBezTo>
                <a:cubicBezTo>
                  <a:pt x="789727" y="42496"/>
                  <a:pt x="798227" y="32581"/>
                  <a:pt x="808143" y="25498"/>
                </a:cubicBezTo>
                <a:cubicBezTo>
                  <a:pt x="818058" y="16999"/>
                  <a:pt x="830807" y="11332"/>
                  <a:pt x="843556" y="7083"/>
                </a:cubicBezTo>
                <a:cubicBezTo>
                  <a:pt x="857722" y="2833"/>
                  <a:pt x="871887" y="1417"/>
                  <a:pt x="887469" y="1417"/>
                </a:cubicBezTo>
                <a:close/>
                <a:moveTo>
                  <a:pt x="176363" y="0"/>
                </a:moveTo>
                <a:cubicBezTo>
                  <a:pt x="217443" y="0"/>
                  <a:pt x="247190" y="9916"/>
                  <a:pt x="267022" y="28331"/>
                </a:cubicBezTo>
                <a:cubicBezTo>
                  <a:pt x="286854" y="46746"/>
                  <a:pt x="295353" y="75077"/>
                  <a:pt x="295353" y="113324"/>
                </a:cubicBezTo>
                <a:lnTo>
                  <a:pt x="295353" y="225231"/>
                </a:lnTo>
                <a:lnTo>
                  <a:pt x="293936" y="225231"/>
                </a:lnTo>
                <a:cubicBezTo>
                  <a:pt x="293936" y="237979"/>
                  <a:pt x="295353" y="247895"/>
                  <a:pt x="298186" y="256395"/>
                </a:cubicBezTo>
                <a:cubicBezTo>
                  <a:pt x="301019" y="263477"/>
                  <a:pt x="303852" y="271976"/>
                  <a:pt x="309518" y="280476"/>
                </a:cubicBezTo>
                <a:cubicBezTo>
                  <a:pt x="310935" y="283309"/>
                  <a:pt x="312351" y="286142"/>
                  <a:pt x="312351" y="288975"/>
                </a:cubicBezTo>
                <a:cubicBezTo>
                  <a:pt x="312351" y="293225"/>
                  <a:pt x="309518" y="296058"/>
                  <a:pt x="305269" y="298891"/>
                </a:cubicBezTo>
                <a:lnTo>
                  <a:pt x="284020" y="313056"/>
                </a:lnTo>
                <a:cubicBezTo>
                  <a:pt x="281187" y="314473"/>
                  <a:pt x="278354" y="315889"/>
                  <a:pt x="275521" y="315889"/>
                </a:cubicBezTo>
                <a:cubicBezTo>
                  <a:pt x="271272" y="315889"/>
                  <a:pt x="268438" y="314473"/>
                  <a:pt x="265605" y="311640"/>
                </a:cubicBezTo>
                <a:cubicBezTo>
                  <a:pt x="261356" y="307390"/>
                  <a:pt x="257106" y="301724"/>
                  <a:pt x="252856" y="296058"/>
                </a:cubicBezTo>
                <a:cubicBezTo>
                  <a:pt x="250023" y="290392"/>
                  <a:pt x="245774" y="283309"/>
                  <a:pt x="242941" y="276226"/>
                </a:cubicBezTo>
                <a:cubicBezTo>
                  <a:pt x="216026" y="307390"/>
                  <a:pt x="182029" y="324389"/>
                  <a:pt x="140949" y="324389"/>
                </a:cubicBezTo>
                <a:cubicBezTo>
                  <a:pt x="112619" y="324389"/>
                  <a:pt x="88537" y="315889"/>
                  <a:pt x="71539" y="300307"/>
                </a:cubicBezTo>
                <a:cubicBezTo>
                  <a:pt x="54540" y="283309"/>
                  <a:pt x="46041" y="262061"/>
                  <a:pt x="46041" y="233730"/>
                </a:cubicBezTo>
                <a:cubicBezTo>
                  <a:pt x="46041" y="203982"/>
                  <a:pt x="55957" y="181318"/>
                  <a:pt x="77205" y="162903"/>
                </a:cubicBezTo>
                <a:cubicBezTo>
                  <a:pt x="98453" y="144488"/>
                  <a:pt x="126784" y="135988"/>
                  <a:pt x="162198" y="135988"/>
                </a:cubicBezTo>
                <a:cubicBezTo>
                  <a:pt x="173530" y="135988"/>
                  <a:pt x="186279" y="137405"/>
                  <a:pt x="199028" y="138821"/>
                </a:cubicBezTo>
                <a:cubicBezTo>
                  <a:pt x="211777" y="140238"/>
                  <a:pt x="224526" y="143071"/>
                  <a:pt x="238691" y="145904"/>
                </a:cubicBezTo>
                <a:lnTo>
                  <a:pt x="238691" y="120406"/>
                </a:lnTo>
                <a:cubicBezTo>
                  <a:pt x="238691" y="94909"/>
                  <a:pt x="233025" y="75077"/>
                  <a:pt x="221692" y="65161"/>
                </a:cubicBezTo>
                <a:cubicBezTo>
                  <a:pt x="210360" y="53829"/>
                  <a:pt x="191945" y="49579"/>
                  <a:pt x="165031" y="49579"/>
                </a:cubicBezTo>
                <a:cubicBezTo>
                  <a:pt x="152282" y="49579"/>
                  <a:pt x="140949" y="50996"/>
                  <a:pt x="128201" y="53829"/>
                </a:cubicBezTo>
                <a:cubicBezTo>
                  <a:pt x="115452" y="56662"/>
                  <a:pt x="102703" y="60911"/>
                  <a:pt x="91370" y="65161"/>
                </a:cubicBezTo>
                <a:cubicBezTo>
                  <a:pt x="85704" y="67994"/>
                  <a:pt x="81455" y="69411"/>
                  <a:pt x="78622" y="69411"/>
                </a:cubicBezTo>
                <a:cubicBezTo>
                  <a:pt x="75788" y="69411"/>
                  <a:pt x="74372" y="70827"/>
                  <a:pt x="72955" y="70827"/>
                </a:cubicBezTo>
                <a:cubicBezTo>
                  <a:pt x="68706" y="70827"/>
                  <a:pt x="65873" y="66578"/>
                  <a:pt x="65873" y="59495"/>
                </a:cubicBezTo>
                <a:lnTo>
                  <a:pt x="65873" y="42496"/>
                </a:lnTo>
                <a:cubicBezTo>
                  <a:pt x="65873" y="36830"/>
                  <a:pt x="67289" y="32581"/>
                  <a:pt x="68706" y="29747"/>
                </a:cubicBezTo>
                <a:cubicBezTo>
                  <a:pt x="70122" y="26914"/>
                  <a:pt x="72955" y="25498"/>
                  <a:pt x="78622" y="22665"/>
                </a:cubicBezTo>
                <a:cubicBezTo>
                  <a:pt x="91370" y="16999"/>
                  <a:pt x="105536" y="11332"/>
                  <a:pt x="122534" y="7083"/>
                </a:cubicBezTo>
                <a:cubicBezTo>
                  <a:pt x="139533" y="2833"/>
                  <a:pt x="157948" y="0"/>
                  <a:pt x="176363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3680714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38"/>
          <p:cNvSpPr txBox="1">
            <a:spLocks noGrp="1"/>
          </p:cNvSpPr>
          <p:nvPr>
            <p:ph type="title"/>
          </p:nvPr>
        </p:nvSpPr>
        <p:spPr>
          <a:xfrm>
            <a:off x="609600" y="914403"/>
            <a:ext cx="10972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8" name="Google Shape;8;p38"/>
          <p:cNvSpPr txBox="1">
            <a:spLocks noGrp="1"/>
          </p:cNvSpPr>
          <p:nvPr>
            <p:ph type="body" idx="1"/>
          </p:nvPr>
        </p:nvSpPr>
        <p:spPr>
          <a:xfrm>
            <a:off x="609600" y="1718985"/>
            <a:ext cx="10972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entury Gothic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1CD07ACD-C9AD-6845-44B0-C9C800835D54}"/>
              </a:ext>
            </a:extLst>
          </p:cNvPr>
          <p:cNvSpPr/>
          <p:nvPr userDrawn="1"/>
        </p:nvSpPr>
        <p:spPr bwMode="black">
          <a:xfrm>
            <a:off x="341858" y="6120726"/>
            <a:ext cx="535483" cy="321252"/>
          </a:xfrm>
          <a:custGeom>
            <a:avLst/>
            <a:gdLst>
              <a:gd name="connsiteX0" fmla="*/ 16294 w 1038916"/>
              <a:gd name="connsiteY0" fmla="*/ 412214 h 623280"/>
              <a:gd name="connsiteX1" fmla="*/ 530500 w 1038916"/>
              <a:gd name="connsiteY1" fmla="*/ 548204 h 623280"/>
              <a:gd name="connsiteX2" fmla="*/ 922882 w 1038916"/>
              <a:gd name="connsiteY2" fmla="*/ 467460 h 623280"/>
              <a:gd name="connsiteX3" fmla="*/ 939881 w 1038916"/>
              <a:gd name="connsiteY3" fmla="*/ 494374 h 623280"/>
              <a:gd name="connsiteX4" fmla="*/ 519167 w 1038916"/>
              <a:gd name="connsiteY4" fmla="*/ 623280 h 623280"/>
              <a:gd name="connsiteX5" fmla="*/ 4961 w 1038916"/>
              <a:gd name="connsiteY5" fmla="*/ 427796 h 623280"/>
              <a:gd name="connsiteX6" fmla="*/ 16294 w 1038916"/>
              <a:gd name="connsiteY6" fmla="*/ 412214 h 623280"/>
              <a:gd name="connsiteX7" fmla="*/ 962369 w 1038916"/>
              <a:gd name="connsiteY7" fmla="*/ 389372 h 623280"/>
              <a:gd name="connsiteX8" fmla="*/ 1034790 w 1038916"/>
              <a:gd name="connsiteY8" fmla="*/ 403715 h 623280"/>
              <a:gd name="connsiteX9" fmla="*/ 971045 w 1038916"/>
              <a:gd name="connsiteY9" fmla="*/ 576534 h 623280"/>
              <a:gd name="connsiteX10" fmla="*/ 956880 w 1038916"/>
              <a:gd name="connsiteY10" fmla="*/ 569451 h 623280"/>
              <a:gd name="connsiteX11" fmla="*/ 986627 w 1038916"/>
              <a:gd name="connsiteY11" fmla="*/ 440545 h 623280"/>
              <a:gd name="connsiteX12" fmla="*/ 853471 w 1038916"/>
              <a:gd name="connsiteY12" fmla="*/ 436295 h 623280"/>
              <a:gd name="connsiteX13" fmla="*/ 850638 w 1038916"/>
              <a:gd name="connsiteY13" fmla="*/ 420713 h 623280"/>
              <a:gd name="connsiteX14" fmla="*/ 962369 w 1038916"/>
              <a:gd name="connsiteY14" fmla="*/ 389372 h 623280"/>
              <a:gd name="connsiteX15" fmla="*/ 172113 w 1038916"/>
              <a:gd name="connsiteY15" fmla="*/ 175652 h 623280"/>
              <a:gd name="connsiteX16" fmla="*/ 121118 w 1038916"/>
              <a:gd name="connsiteY16" fmla="*/ 189817 h 623280"/>
              <a:gd name="connsiteX17" fmla="*/ 104119 w 1038916"/>
              <a:gd name="connsiteY17" fmla="*/ 229480 h 623280"/>
              <a:gd name="connsiteX18" fmla="*/ 116868 w 1038916"/>
              <a:gd name="connsiteY18" fmla="*/ 266310 h 623280"/>
              <a:gd name="connsiteX19" fmla="*/ 153698 w 1038916"/>
              <a:gd name="connsiteY19" fmla="*/ 277643 h 623280"/>
              <a:gd name="connsiteX20" fmla="*/ 189112 w 1038916"/>
              <a:gd name="connsiteY20" fmla="*/ 271976 h 623280"/>
              <a:gd name="connsiteX21" fmla="*/ 221692 w 1038916"/>
              <a:gd name="connsiteY21" fmla="*/ 249312 h 623280"/>
              <a:gd name="connsiteX22" fmla="*/ 233025 w 1038916"/>
              <a:gd name="connsiteY22" fmla="*/ 226647 h 623280"/>
              <a:gd name="connsiteX23" fmla="*/ 235858 w 1038916"/>
              <a:gd name="connsiteY23" fmla="*/ 196900 h 623280"/>
              <a:gd name="connsiteX24" fmla="*/ 235858 w 1038916"/>
              <a:gd name="connsiteY24" fmla="*/ 182734 h 623280"/>
              <a:gd name="connsiteX25" fmla="*/ 204694 w 1038916"/>
              <a:gd name="connsiteY25" fmla="*/ 177068 h 623280"/>
              <a:gd name="connsiteX26" fmla="*/ 172113 w 1038916"/>
              <a:gd name="connsiteY26" fmla="*/ 175652 h 623280"/>
              <a:gd name="connsiteX27" fmla="*/ 335016 w 1038916"/>
              <a:gd name="connsiteY27" fmla="*/ 8499 h 623280"/>
              <a:gd name="connsiteX28" fmla="*/ 369013 w 1038916"/>
              <a:gd name="connsiteY28" fmla="*/ 8499 h 623280"/>
              <a:gd name="connsiteX29" fmla="*/ 383178 w 1038916"/>
              <a:gd name="connsiteY29" fmla="*/ 11332 h 623280"/>
              <a:gd name="connsiteX30" fmla="*/ 390261 w 1038916"/>
              <a:gd name="connsiteY30" fmla="*/ 25498 h 623280"/>
              <a:gd name="connsiteX31" fmla="*/ 448339 w 1038916"/>
              <a:gd name="connsiteY31" fmla="*/ 253561 h 623280"/>
              <a:gd name="connsiteX32" fmla="*/ 502169 w 1038916"/>
              <a:gd name="connsiteY32" fmla="*/ 25498 h 623280"/>
              <a:gd name="connsiteX33" fmla="*/ 509251 w 1038916"/>
              <a:gd name="connsiteY33" fmla="*/ 11332 h 623280"/>
              <a:gd name="connsiteX34" fmla="*/ 523417 w 1038916"/>
              <a:gd name="connsiteY34" fmla="*/ 8499 h 623280"/>
              <a:gd name="connsiteX35" fmla="*/ 551748 w 1038916"/>
              <a:gd name="connsiteY35" fmla="*/ 8499 h 623280"/>
              <a:gd name="connsiteX36" fmla="*/ 565914 w 1038916"/>
              <a:gd name="connsiteY36" fmla="*/ 11332 h 623280"/>
              <a:gd name="connsiteX37" fmla="*/ 572996 w 1038916"/>
              <a:gd name="connsiteY37" fmla="*/ 25498 h 623280"/>
              <a:gd name="connsiteX38" fmla="*/ 623992 w 1038916"/>
              <a:gd name="connsiteY38" fmla="*/ 257811 h 623280"/>
              <a:gd name="connsiteX39" fmla="*/ 683487 w 1038916"/>
              <a:gd name="connsiteY39" fmla="*/ 26914 h 623280"/>
              <a:gd name="connsiteX40" fmla="*/ 690569 w 1038916"/>
              <a:gd name="connsiteY40" fmla="*/ 12749 h 623280"/>
              <a:gd name="connsiteX41" fmla="*/ 704735 w 1038916"/>
              <a:gd name="connsiteY41" fmla="*/ 9916 h 623280"/>
              <a:gd name="connsiteX42" fmla="*/ 737315 w 1038916"/>
              <a:gd name="connsiteY42" fmla="*/ 9916 h 623280"/>
              <a:gd name="connsiteX43" fmla="*/ 745815 w 1038916"/>
              <a:gd name="connsiteY43" fmla="*/ 18415 h 623280"/>
              <a:gd name="connsiteX44" fmla="*/ 745815 w 1038916"/>
              <a:gd name="connsiteY44" fmla="*/ 24081 h 623280"/>
              <a:gd name="connsiteX45" fmla="*/ 742982 w 1038916"/>
              <a:gd name="connsiteY45" fmla="*/ 32581 h 623280"/>
              <a:gd name="connsiteX46" fmla="*/ 659405 w 1038916"/>
              <a:gd name="connsiteY46" fmla="*/ 300307 h 623280"/>
              <a:gd name="connsiteX47" fmla="*/ 652323 w 1038916"/>
              <a:gd name="connsiteY47" fmla="*/ 314473 h 623280"/>
              <a:gd name="connsiteX48" fmla="*/ 639574 w 1038916"/>
              <a:gd name="connsiteY48" fmla="*/ 317306 h 623280"/>
              <a:gd name="connsiteX49" fmla="*/ 609826 w 1038916"/>
              <a:gd name="connsiteY49" fmla="*/ 317306 h 623280"/>
              <a:gd name="connsiteX50" fmla="*/ 595661 w 1038916"/>
              <a:gd name="connsiteY50" fmla="*/ 313056 h 623280"/>
              <a:gd name="connsiteX51" fmla="*/ 588578 w 1038916"/>
              <a:gd name="connsiteY51" fmla="*/ 298891 h 623280"/>
              <a:gd name="connsiteX52" fmla="*/ 534750 w 1038916"/>
              <a:gd name="connsiteY52" fmla="*/ 76493 h 623280"/>
              <a:gd name="connsiteX53" fmla="*/ 480920 w 1038916"/>
              <a:gd name="connsiteY53" fmla="*/ 298891 h 623280"/>
              <a:gd name="connsiteX54" fmla="*/ 473837 w 1038916"/>
              <a:gd name="connsiteY54" fmla="*/ 313056 h 623280"/>
              <a:gd name="connsiteX55" fmla="*/ 459672 w 1038916"/>
              <a:gd name="connsiteY55" fmla="*/ 317306 h 623280"/>
              <a:gd name="connsiteX56" fmla="*/ 431341 w 1038916"/>
              <a:gd name="connsiteY56" fmla="*/ 317306 h 623280"/>
              <a:gd name="connsiteX57" fmla="*/ 431341 w 1038916"/>
              <a:gd name="connsiteY57" fmla="*/ 315889 h 623280"/>
              <a:gd name="connsiteX58" fmla="*/ 418592 w 1038916"/>
              <a:gd name="connsiteY58" fmla="*/ 313056 h 623280"/>
              <a:gd name="connsiteX59" fmla="*/ 411509 w 1038916"/>
              <a:gd name="connsiteY59" fmla="*/ 298891 h 623280"/>
              <a:gd name="connsiteX60" fmla="*/ 330766 w 1038916"/>
              <a:gd name="connsiteY60" fmla="*/ 31164 h 623280"/>
              <a:gd name="connsiteX61" fmla="*/ 326517 w 1038916"/>
              <a:gd name="connsiteY61" fmla="*/ 16999 h 623280"/>
              <a:gd name="connsiteX62" fmla="*/ 335016 w 1038916"/>
              <a:gd name="connsiteY62" fmla="*/ 8499 h 623280"/>
              <a:gd name="connsiteX63" fmla="*/ 887469 w 1038916"/>
              <a:gd name="connsiteY63" fmla="*/ 1417 h 623280"/>
              <a:gd name="connsiteX64" fmla="*/ 910134 w 1038916"/>
              <a:gd name="connsiteY64" fmla="*/ 2833 h 623280"/>
              <a:gd name="connsiteX65" fmla="*/ 932798 w 1038916"/>
              <a:gd name="connsiteY65" fmla="*/ 7083 h 623280"/>
              <a:gd name="connsiteX66" fmla="*/ 952630 w 1038916"/>
              <a:gd name="connsiteY66" fmla="*/ 12749 h 623280"/>
              <a:gd name="connsiteX67" fmla="*/ 966795 w 1038916"/>
              <a:gd name="connsiteY67" fmla="*/ 18415 h 623280"/>
              <a:gd name="connsiteX68" fmla="*/ 976711 w 1038916"/>
              <a:gd name="connsiteY68" fmla="*/ 26914 h 623280"/>
              <a:gd name="connsiteX69" fmla="*/ 979544 w 1038916"/>
              <a:gd name="connsiteY69" fmla="*/ 38247 h 623280"/>
              <a:gd name="connsiteX70" fmla="*/ 979544 w 1038916"/>
              <a:gd name="connsiteY70" fmla="*/ 55245 h 623280"/>
              <a:gd name="connsiteX71" fmla="*/ 971045 w 1038916"/>
              <a:gd name="connsiteY71" fmla="*/ 66578 h 623280"/>
              <a:gd name="connsiteX72" fmla="*/ 958296 w 1038916"/>
              <a:gd name="connsiteY72" fmla="*/ 62328 h 623280"/>
              <a:gd name="connsiteX73" fmla="*/ 891719 w 1038916"/>
              <a:gd name="connsiteY73" fmla="*/ 49579 h 623280"/>
              <a:gd name="connsiteX74" fmla="*/ 846389 w 1038916"/>
              <a:gd name="connsiteY74" fmla="*/ 59495 h 623280"/>
              <a:gd name="connsiteX75" fmla="*/ 829391 w 1038916"/>
              <a:gd name="connsiteY75" fmla="*/ 90659 h 623280"/>
              <a:gd name="connsiteX76" fmla="*/ 839307 w 1038916"/>
              <a:gd name="connsiteY76" fmla="*/ 114740 h 623280"/>
              <a:gd name="connsiteX77" fmla="*/ 877553 w 1038916"/>
              <a:gd name="connsiteY77" fmla="*/ 133155 h 623280"/>
              <a:gd name="connsiteX78" fmla="*/ 927132 w 1038916"/>
              <a:gd name="connsiteY78" fmla="*/ 148737 h 623280"/>
              <a:gd name="connsiteX79" fmla="*/ 980961 w 1038916"/>
              <a:gd name="connsiteY79" fmla="*/ 181318 h 623280"/>
              <a:gd name="connsiteX80" fmla="*/ 996543 w 1038916"/>
              <a:gd name="connsiteY80" fmla="*/ 229480 h 623280"/>
              <a:gd name="connsiteX81" fmla="*/ 988044 w 1038916"/>
              <a:gd name="connsiteY81" fmla="*/ 269143 h 623280"/>
              <a:gd name="connsiteX82" fmla="*/ 962546 w 1038916"/>
              <a:gd name="connsiteY82" fmla="*/ 300307 h 623280"/>
              <a:gd name="connsiteX83" fmla="*/ 924299 w 1038916"/>
              <a:gd name="connsiteY83" fmla="*/ 320139 h 623280"/>
              <a:gd name="connsiteX84" fmla="*/ 874720 w 1038916"/>
              <a:gd name="connsiteY84" fmla="*/ 324389 h 623280"/>
              <a:gd name="connsiteX85" fmla="*/ 820891 w 1038916"/>
              <a:gd name="connsiteY85" fmla="*/ 318722 h 623280"/>
              <a:gd name="connsiteX86" fmla="*/ 781228 w 1038916"/>
              <a:gd name="connsiteY86" fmla="*/ 304557 h 623280"/>
              <a:gd name="connsiteX87" fmla="*/ 771312 w 1038916"/>
              <a:gd name="connsiteY87" fmla="*/ 294641 h 623280"/>
              <a:gd name="connsiteX88" fmla="*/ 769896 w 1038916"/>
              <a:gd name="connsiteY88" fmla="*/ 284725 h 623280"/>
              <a:gd name="connsiteX89" fmla="*/ 769896 w 1038916"/>
              <a:gd name="connsiteY89" fmla="*/ 267727 h 623280"/>
              <a:gd name="connsiteX90" fmla="*/ 778395 w 1038916"/>
              <a:gd name="connsiteY90" fmla="*/ 256395 h 623280"/>
              <a:gd name="connsiteX91" fmla="*/ 784061 w 1038916"/>
              <a:gd name="connsiteY91" fmla="*/ 257811 h 623280"/>
              <a:gd name="connsiteX92" fmla="*/ 792561 w 1038916"/>
              <a:gd name="connsiteY92" fmla="*/ 262061 h 623280"/>
              <a:gd name="connsiteX93" fmla="*/ 830807 w 1038916"/>
              <a:gd name="connsiteY93" fmla="*/ 274810 h 623280"/>
              <a:gd name="connsiteX94" fmla="*/ 871887 w 1038916"/>
              <a:gd name="connsiteY94" fmla="*/ 279059 h 623280"/>
              <a:gd name="connsiteX95" fmla="*/ 922883 w 1038916"/>
              <a:gd name="connsiteY95" fmla="*/ 267727 h 623280"/>
              <a:gd name="connsiteX96" fmla="*/ 941298 w 1038916"/>
              <a:gd name="connsiteY96" fmla="*/ 235146 h 623280"/>
              <a:gd name="connsiteX97" fmla="*/ 931382 w 1038916"/>
              <a:gd name="connsiteY97" fmla="*/ 211065 h 623280"/>
              <a:gd name="connsiteX98" fmla="*/ 895968 w 1038916"/>
              <a:gd name="connsiteY98" fmla="*/ 192650 h 623280"/>
              <a:gd name="connsiteX99" fmla="*/ 846389 w 1038916"/>
              <a:gd name="connsiteY99" fmla="*/ 177068 h 623280"/>
              <a:gd name="connsiteX100" fmla="*/ 791144 w 1038916"/>
              <a:gd name="connsiteY100" fmla="*/ 141654 h 623280"/>
              <a:gd name="connsiteX101" fmla="*/ 774145 w 1038916"/>
              <a:gd name="connsiteY101" fmla="*/ 92075 h 623280"/>
              <a:gd name="connsiteX102" fmla="*/ 784061 w 1038916"/>
              <a:gd name="connsiteY102" fmla="*/ 53829 h 623280"/>
              <a:gd name="connsiteX103" fmla="*/ 808143 w 1038916"/>
              <a:gd name="connsiteY103" fmla="*/ 25498 h 623280"/>
              <a:gd name="connsiteX104" fmla="*/ 843556 w 1038916"/>
              <a:gd name="connsiteY104" fmla="*/ 7083 h 623280"/>
              <a:gd name="connsiteX105" fmla="*/ 887469 w 1038916"/>
              <a:gd name="connsiteY105" fmla="*/ 1417 h 623280"/>
              <a:gd name="connsiteX106" fmla="*/ 176363 w 1038916"/>
              <a:gd name="connsiteY106" fmla="*/ 0 h 623280"/>
              <a:gd name="connsiteX107" fmla="*/ 267022 w 1038916"/>
              <a:gd name="connsiteY107" fmla="*/ 28331 h 623280"/>
              <a:gd name="connsiteX108" fmla="*/ 295353 w 1038916"/>
              <a:gd name="connsiteY108" fmla="*/ 113324 h 623280"/>
              <a:gd name="connsiteX109" fmla="*/ 295353 w 1038916"/>
              <a:gd name="connsiteY109" fmla="*/ 225231 h 623280"/>
              <a:gd name="connsiteX110" fmla="*/ 293936 w 1038916"/>
              <a:gd name="connsiteY110" fmla="*/ 225231 h 623280"/>
              <a:gd name="connsiteX111" fmla="*/ 298186 w 1038916"/>
              <a:gd name="connsiteY111" fmla="*/ 256395 h 623280"/>
              <a:gd name="connsiteX112" fmla="*/ 309518 w 1038916"/>
              <a:gd name="connsiteY112" fmla="*/ 280476 h 623280"/>
              <a:gd name="connsiteX113" fmla="*/ 312351 w 1038916"/>
              <a:gd name="connsiteY113" fmla="*/ 288975 h 623280"/>
              <a:gd name="connsiteX114" fmla="*/ 305269 w 1038916"/>
              <a:gd name="connsiteY114" fmla="*/ 298891 h 623280"/>
              <a:gd name="connsiteX115" fmla="*/ 284020 w 1038916"/>
              <a:gd name="connsiteY115" fmla="*/ 313056 h 623280"/>
              <a:gd name="connsiteX116" fmla="*/ 275521 w 1038916"/>
              <a:gd name="connsiteY116" fmla="*/ 315889 h 623280"/>
              <a:gd name="connsiteX117" fmla="*/ 265605 w 1038916"/>
              <a:gd name="connsiteY117" fmla="*/ 311640 h 623280"/>
              <a:gd name="connsiteX118" fmla="*/ 252856 w 1038916"/>
              <a:gd name="connsiteY118" fmla="*/ 296058 h 623280"/>
              <a:gd name="connsiteX119" fmla="*/ 242941 w 1038916"/>
              <a:gd name="connsiteY119" fmla="*/ 276226 h 623280"/>
              <a:gd name="connsiteX120" fmla="*/ 140949 w 1038916"/>
              <a:gd name="connsiteY120" fmla="*/ 324389 h 623280"/>
              <a:gd name="connsiteX121" fmla="*/ 71539 w 1038916"/>
              <a:gd name="connsiteY121" fmla="*/ 300307 h 623280"/>
              <a:gd name="connsiteX122" fmla="*/ 46041 w 1038916"/>
              <a:gd name="connsiteY122" fmla="*/ 233730 h 623280"/>
              <a:gd name="connsiteX123" fmla="*/ 77205 w 1038916"/>
              <a:gd name="connsiteY123" fmla="*/ 162903 h 623280"/>
              <a:gd name="connsiteX124" fmla="*/ 162198 w 1038916"/>
              <a:gd name="connsiteY124" fmla="*/ 135988 h 623280"/>
              <a:gd name="connsiteX125" fmla="*/ 199028 w 1038916"/>
              <a:gd name="connsiteY125" fmla="*/ 138821 h 623280"/>
              <a:gd name="connsiteX126" fmla="*/ 238691 w 1038916"/>
              <a:gd name="connsiteY126" fmla="*/ 145904 h 623280"/>
              <a:gd name="connsiteX127" fmla="*/ 238691 w 1038916"/>
              <a:gd name="connsiteY127" fmla="*/ 120406 h 623280"/>
              <a:gd name="connsiteX128" fmla="*/ 221692 w 1038916"/>
              <a:gd name="connsiteY128" fmla="*/ 65161 h 623280"/>
              <a:gd name="connsiteX129" fmla="*/ 165031 w 1038916"/>
              <a:gd name="connsiteY129" fmla="*/ 49579 h 623280"/>
              <a:gd name="connsiteX130" fmla="*/ 128201 w 1038916"/>
              <a:gd name="connsiteY130" fmla="*/ 53829 h 623280"/>
              <a:gd name="connsiteX131" fmla="*/ 91370 w 1038916"/>
              <a:gd name="connsiteY131" fmla="*/ 65161 h 623280"/>
              <a:gd name="connsiteX132" fmla="*/ 78622 w 1038916"/>
              <a:gd name="connsiteY132" fmla="*/ 69411 h 623280"/>
              <a:gd name="connsiteX133" fmla="*/ 72955 w 1038916"/>
              <a:gd name="connsiteY133" fmla="*/ 70827 h 623280"/>
              <a:gd name="connsiteX134" fmla="*/ 65873 w 1038916"/>
              <a:gd name="connsiteY134" fmla="*/ 59495 h 623280"/>
              <a:gd name="connsiteX135" fmla="*/ 65873 w 1038916"/>
              <a:gd name="connsiteY135" fmla="*/ 42496 h 623280"/>
              <a:gd name="connsiteX136" fmla="*/ 68706 w 1038916"/>
              <a:gd name="connsiteY136" fmla="*/ 29747 h 623280"/>
              <a:gd name="connsiteX137" fmla="*/ 78622 w 1038916"/>
              <a:gd name="connsiteY137" fmla="*/ 22665 h 623280"/>
              <a:gd name="connsiteX138" fmla="*/ 122534 w 1038916"/>
              <a:gd name="connsiteY138" fmla="*/ 7083 h 623280"/>
              <a:gd name="connsiteX139" fmla="*/ 176363 w 1038916"/>
              <a:gd name="connsiteY139" fmla="*/ 0 h 623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1038916" h="623280">
                <a:moveTo>
                  <a:pt x="16294" y="412214"/>
                </a:moveTo>
                <a:cubicBezTo>
                  <a:pt x="162198" y="497207"/>
                  <a:pt x="343515" y="548204"/>
                  <a:pt x="530500" y="548204"/>
                </a:cubicBezTo>
                <a:cubicBezTo>
                  <a:pt x="656572" y="548204"/>
                  <a:pt x="795393" y="522706"/>
                  <a:pt x="922882" y="467460"/>
                </a:cubicBezTo>
                <a:cubicBezTo>
                  <a:pt x="942714" y="460377"/>
                  <a:pt x="958296" y="480208"/>
                  <a:pt x="939881" y="494374"/>
                </a:cubicBezTo>
                <a:cubicBezTo>
                  <a:pt x="826557" y="577951"/>
                  <a:pt x="660822" y="623280"/>
                  <a:pt x="519167" y="623280"/>
                </a:cubicBezTo>
                <a:cubicBezTo>
                  <a:pt x="320850" y="623280"/>
                  <a:pt x="140949" y="549620"/>
                  <a:pt x="4961" y="427796"/>
                </a:cubicBezTo>
                <a:cubicBezTo>
                  <a:pt x="-6371" y="417881"/>
                  <a:pt x="3545" y="405132"/>
                  <a:pt x="16294" y="412214"/>
                </a:cubicBezTo>
                <a:close/>
                <a:moveTo>
                  <a:pt x="962369" y="389372"/>
                </a:moveTo>
                <a:cubicBezTo>
                  <a:pt x="998668" y="388841"/>
                  <a:pt x="1028416" y="395924"/>
                  <a:pt x="1034790" y="403715"/>
                </a:cubicBezTo>
                <a:cubicBezTo>
                  <a:pt x="1047539" y="419297"/>
                  <a:pt x="1031957" y="525538"/>
                  <a:pt x="971045" y="576534"/>
                </a:cubicBezTo>
                <a:cubicBezTo>
                  <a:pt x="961130" y="585033"/>
                  <a:pt x="952630" y="580784"/>
                  <a:pt x="956880" y="569451"/>
                </a:cubicBezTo>
                <a:cubicBezTo>
                  <a:pt x="971045" y="535454"/>
                  <a:pt x="1002209" y="458960"/>
                  <a:pt x="986627" y="440545"/>
                </a:cubicBezTo>
                <a:cubicBezTo>
                  <a:pt x="972462" y="422130"/>
                  <a:pt x="890301" y="432046"/>
                  <a:pt x="853471" y="436295"/>
                </a:cubicBezTo>
                <a:cubicBezTo>
                  <a:pt x="842139" y="437712"/>
                  <a:pt x="840722" y="427796"/>
                  <a:pt x="850638" y="420713"/>
                </a:cubicBezTo>
                <a:cubicBezTo>
                  <a:pt x="883218" y="398049"/>
                  <a:pt x="926069" y="389904"/>
                  <a:pt x="962369" y="389372"/>
                </a:cubicBezTo>
                <a:close/>
                <a:moveTo>
                  <a:pt x="172113" y="175652"/>
                </a:moveTo>
                <a:cubicBezTo>
                  <a:pt x="149449" y="175652"/>
                  <a:pt x="132450" y="179901"/>
                  <a:pt x="121118" y="189817"/>
                </a:cubicBezTo>
                <a:cubicBezTo>
                  <a:pt x="109786" y="199733"/>
                  <a:pt x="104119" y="212482"/>
                  <a:pt x="104119" y="229480"/>
                </a:cubicBezTo>
                <a:cubicBezTo>
                  <a:pt x="104119" y="245062"/>
                  <a:pt x="108369" y="257811"/>
                  <a:pt x="116868" y="266310"/>
                </a:cubicBezTo>
                <a:cubicBezTo>
                  <a:pt x="125368" y="273393"/>
                  <a:pt x="138116" y="277643"/>
                  <a:pt x="153698" y="277643"/>
                </a:cubicBezTo>
                <a:cubicBezTo>
                  <a:pt x="165031" y="277643"/>
                  <a:pt x="176363" y="276226"/>
                  <a:pt x="189112" y="271976"/>
                </a:cubicBezTo>
                <a:cubicBezTo>
                  <a:pt x="201861" y="267727"/>
                  <a:pt x="211777" y="260644"/>
                  <a:pt x="221692" y="249312"/>
                </a:cubicBezTo>
                <a:cubicBezTo>
                  <a:pt x="227359" y="242229"/>
                  <a:pt x="231608" y="235146"/>
                  <a:pt x="233025" y="226647"/>
                </a:cubicBezTo>
                <a:cubicBezTo>
                  <a:pt x="235858" y="218148"/>
                  <a:pt x="235858" y="208232"/>
                  <a:pt x="235858" y="196900"/>
                </a:cubicBezTo>
                <a:lnTo>
                  <a:pt x="235858" y="182734"/>
                </a:lnTo>
                <a:cubicBezTo>
                  <a:pt x="225942" y="179901"/>
                  <a:pt x="214610" y="178485"/>
                  <a:pt x="204694" y="177068"/>
                </a:cubicBezTo>
                <a:cubicBezTo>
                  <a:pt x="193362" y="175652"/>
                  <a:pt x="183446" y="175652"/>
                  <a:pt x="172113" y="175652"/>
                </a:cubicBezTo>
                <a:close/>
                <a:moveTo>
                  <a:pt x="335016" y="8499"/>
                </a:moveTo>
                <a:lnTo>
                  <a:pt x="369013" y="8499"/>
                </a:lnTo>
                <a:cubicBezTo>
                  <a:pt x="376096" y="8499"/>
                  <a:pt x="380345" y="9916"/>
                  <a:pt x="383178" y="11332"/>
                </a:cubicBezTo>
                <a:cubicBezTo>
                  <a:pt x="386012" y="14166"/>
                  <a:pt x="387428" y="18415"/>
                  <a:pt x="390261" y="25498"/>
                </a:cubicBezTo>
                <a:lnTo>
                  <a:pt x="448339" y="253561"/>
                </a:lnTo>
                <a:lnTo>
                  <a:pt x="502169" y="25498"/>
                </a:lnTo>
                <a:cubicBezTo>
                  <a:pt x="503585" y="18415"/>
                  <a:pt x="506419" y="14166"/>
                  <a:pt x="509251" y="11332"/>
                </a:cubicBezTo>
                <a:cubicBezTo>
                  <a:pt x="512085" y="8499"/>
                  <a:pt x="516335" y="8499"/>
                  <a:pt x="523417" y="8499"/>
                </a:cubicBezTo>
                <a:lnTo>
                  <a:pt x="551748" y="8499"/>
                </a:lnTo>
                <a:cubicBezTo>
                  <a:pt x="558831" y="8499"/>
                  <a:pt x="563081" y="9916"/>
                  <a:pt x="565914" y="11332"/>
                </a:cubicBezTo>
                <a:cubicBezTo>
                  <a:pt x="568747" y="14166"/>
                  <a:pt x="571580" y="18415"/>
                  <a:pt x="572996" y="25498"/>
                </a:cubicBezTo>
                <a:lnTo>
                  <a:pt x="623992" y="257811"/>
                </a:lnTo>
                <a:lnTo>
                  <a:pt x="683487" y="26914"/>
                </a:lnTo>
                <a:cubicBezTo>
                  <a:pt x="684903" y="19832"/>
                  <a:pt x="687736" y="15582"/>
                  <a:pt x="690569" y="12749"/>
                </a:cubicBezTo>
                <a:cubicBezTo>
                  <a:pt x="693403" y="9916"/>
                  <a:pt x="697652" y="9916"/>
                  <a:pt x="704735" y="9916"/>
                </a:cubicBezTo>
                <a:lnTo>
                  <a:pt x="737315" y="9916"/>
                </a:lnTo>
                <a:cubicBezTo>
                  <a:pt x="742982" y="9916"/>
                  <a:pt x="745815" y="12749"/>
                  <a:pt x="745815" y="18415"/>
                </a:cubicBezTo>
                <a:cubicBezTo>
                  <a:pt x="745815" y="19832"/>
                  <a:pt x="745815" y="21248"/>
                  <a:pt x="745815" y="24081"/>
                </a:cubicBezTo>
                <a:cubicBezTo>
                  <a:pt x="745815" y="25498"/>
                  <a:pt x="744398" y="28331"/>
                  <a:pt x="742982" y="32581"/>
                </a:cubicBezTo>
                <a:lnTo>
                  <a:pt x="659405" y="300307"/>
                </a:lnTo>
                <a:cubicBezTo>
                  <a:pt x="657989" y="307390"/>
                  <a:pt x="655156" y="311640"/>
                  <a:pt x="652323" y="314473"/>
                </a:cubicBezTo>
                <a:cubicBezTo>
                  <a:pt x="649490" y="317306"/>
                  <a:pt x="645240" y="317306"/>
                  <a:pt x="639574" y="317306"/>
                </a:cubicBezTo>
                <a:lnTo>
                  <a:pt x="609826" y="317306"/>
                </a:lnTo>
                <a:cubicBezTo>
                  <a:pt x="602744" y="317306"/>
                  <a:pt x="598494" y="315889"/>
                  <a:pt x="595661" y="313056"/>
                </a:cubicBezTo>
                <a:cubicBezTo>
                  <a:pt x="592828" y="310223"/>
                  <a:pt x="589995" y="305974"/>
                  <a:pt x="588578" y="298891"/>
                </a:cubicBezTo>
                <a:lnTo>
                  <a:pt x="534750" y="76493"/>
                </a:lnTo>
                <a:lnTo>
                  <a:pt x="480920" y="298891"/>
                </a:lnTo>
                <a:cubicBezTo>
                  <a:pt x="479503" y="305974"/>
                  <a:pt x="476670" y="310223"/>
                  <a:pt x="473837" y="313056"/>
                </a:cubicBezTo>
                <a:cubicBezTo>
                  <a:pt x="471004" y="315889"/>
                  <a:pt x="466755" y="317306"/>
                  <a:pt x="459672" y="317306"/>
                </a:cubicBezTo>
                <a:lnTo>
                  <a:pt x="431341" y="317306"/>
                </a:lnTo>
                <a:lnTo>
                  <a:pt x="431341" y="315889"/>
                </a:lnTo>
                <a:cubicBezTo>
                  <a:pt x="425675" y="315889"/>
                  <a:pt x="421425" y="314473"/>
                  <a:pt x="418592" y="313056"/>
                </a:cubicBezTo>
                <a:cubicBezTo>
                  <a:pt x="415759" y="310223"/>
                  <a:pt x="412926" y="305974"/>
                  <a:pt x="411509" y="298891"/>
                </a:cubicBezTo>
                <a:lnTo>
                  <a:pt x="330766" y="31164"/>
                </a:lnTo>
                <a:cubicBezTo>
                  <a:pt x="326517" y="24081"/>
                  <a:pt x="326517" y="19832"/>
                  <a:pt x="326517" y="16999"/>
                </a:cubicBezTo>
                <a:cubicBezTo>
                  <a:pt x="326517" y="11332"/>
                  <a:pt x="329350" y="8499"/>
                  <a:pt x="335016" y="8499"/>
                </a:cubicBezTo>
                <a:close/>
                <a:moveTo>
                  <a:pt x="887469" y="1417"/>
                </a:moveTo>
                <a:cubicBezTo>
                  <a:pt x="894552" y="1417"/>
                  <a:pt x="903051" y="1417"/>
                  <a:pt x="910134" y="2833"/>
                </a:cubicBezTo>
                <a:cubicBezTo>
                  <a:pt x="918633" y="4250"/>
                  <a:pt x="925716" y="5666"/>
                  <a:pt x="932798" y="7083"/>
                </a:cubicBezTo>
                <a:cubicBezTo>
                  <a:pt x="939881" y="8499"/>
                  <a:pt x="946964" y="9916"/>
                  <a:pt x="952630" y="12749"/>
                </a:cubicBezTo>
                <a:cubicBezTo>
                  <a:pt x="958296" y="14166"/>
                  <a:pt x="963962" y="16999"/>
                  <a:pt x="966795" y="18415"/>
                </a:cubicBezTo>
                <a:cubicBezTo>
                  <a:pt x="971045" y="21248"/>
                  <a:pt x="975295" y="24081"/>
                  <a:pt x="976711" y="26914"/>
                </a:cubicBezTo>
                <a:cubicBezTo>
                  <a:pt x="978128" y="29747"/>
                  <a:pt x="979544" y="33997"/>
                  <a:pt x="979544" y="38247"/>
                </a:cubicBezTo>
                <a:lnTo>
                  <a:pt x="979544" y="55245"/>
                </a:lnTo>
                <a:cubicBezTo>
                  <a:pt x="979544" y="62328"/>
                  <a:pt x="976711" y="66578"/>
                  <a:pt x="971045" y="66578"/>
                </a:cubicBezTo>
                <a:cubicBezTo>
                  <a:pt x="968212" y="66578"/>
                  <a:pt x="963962" y="65161"/>
                  <a:pt x="958296" y="62328"/>
                </a:cubicBezTo>
                <a:cubicBezTo>
                  <a:pt x="938465" y="53829"/>
                  <a:pt x="915800" y="49579"/>
                  <a:pt x="891719" y="49579"/>
                </a:cubicBezTo>
                <a:cubicBezTo>
                  <a:pt x="871887" y="49579"/>
                  <a:pt x="856305" y="52412"/>
                  <a:pt x="846389" y="59495"/>
                </a:cubicBezTo>
                <a:cubicBezTo>
                  <a:pt x="835057" y="66578"/>
                  <a:pt x="829391" y="76493"/>
                  <a:pt x="829391" y="90659"/>
                </a:cubicBezTo>
                <a:cubicBezTo>
                  <a:pt x="829391" y="100575"/>
                  <a:pt x="832224" y="109074"/>
                  <a:pt x="839307" y="114740"/>
                </a:cubicBezTo>
                <a:cubicBezTo>
                  <a:pt x="846389" y="121823"/>
                  <a:pt x="859138" y="127489"/>
                  <a:pt x="877553" y="133155"/>
                </a:cubicBezTo>
                <a:lnTo>
                  <a:pt x="927132" y="148737"/>
                </a:lnTo>
                <a:cubicBezTo>
                  <a:pt x="952630" y="157236"/>
                  <a:pt x="969629" y="168569"/>
                  <a:pt x="980961" y="181318"/>
                </a:cubicBezTo>
                <a:cubicBezTo>
                  <a:pt x="992293" y="195483"/>
                  <a:pt x="996543" y="211065"/>
                  <a:pt x="996543" y="229480"/>
                </a:cubicBezTo>
                <a:cubicBezTo>
                  <a:pt x="996543" y="245062"/>
                  <a:pt x="993710" y="257811"/>
                  <a:pt x="988044" y="269143"/>
                </a:cubicBezTo>
                <a:cubicBezTo>
                  <a:pt x="982377" y="280476"/>
                  <a:pt x="973878" y="291808"/>
                  <a:pt x="962546" y="300307"/>
                </a:cubicBezTo>
                <a:cubicBezTo>
                  <a:pt x="951213" y="308807"/>
                  <a:pt x="938465" y="315889"/>
                  <a:pt x="924299" y="320139"/>
                </a:cubicBezTo>
                <a:cubicBezTo>
                  <a:pt x="908717" y="322972"/>
                  <a:pt x="891719" y="324389"/>
                  <a:pt x="874720" y="324389"/>
                </a:cubicBezTo>
                <a:cubicBezTo>
                  <a:pt x="856305" y="324389"/>
                  <a:pt x="839307" y="322972"/>
                  <a:pt x="820891" y="318722"/>
                </a:cubicBezTo>
                <a:cubicBezTo>
                  <a:pt x="803893" y="314473"/>
                  <a:pt x="789727" y="310223"/>
                  <a:pt x="781228" y="304557"/>
                </a:cubicBezTo>
                <a:cubicBezTo>
                  <a:pt x="775562" y="301724"/>
                  <a:pt x="772729" y="297474"/>
                  <a:pt x="771312" y="294641"/>
                </a:cubicBezTo>
                <a:cubicBezTo>
                  <a:pt x="769896" y="291808"/>
                  <a:pt x="769896" y="287558"/>
                  <a:pt x="769896" y="284725"/>
                </a:cubicBezTo>
                <a:lnTo>
                  <a:pt x="769896" y="267727"/>
                </a:lnTo>
                <a:cubicBezTo>
                  <a:pt x="769896" y="260644"/>
                  <a:pt x="772729" y="256395"/>
                  <a:pt x="778395" y="256395"/>
                </a:cubicBezTo>
                <a:cubicBezTo>
                  <a:pt x="779812" y="256395"/>
                  <a:pt x="782645" y="256395"/>
                  <a:pt x="784061" y="257811"/>
                </a:cubicBezTo>
                <a:cubicBezTo>
                  <a:pt x="786894" y="259228"/>
                  <a:pt x="789727" y="259228"/>
                  <a:pt x="792561" y="262061"/>
                </a:cubicBezTo>
                <a:cubicBezTo>
                  <a:pt x="803893" y="267727"/>
                  <a:pt x="816642" y="271976"/>
                  <a:pt x="830807" y="274810"/>
                </a:cubicBezTo>
                <a:cubicBezTo>
                  <a:pt x="844973" y="277643"/>
                  <a:pt x="857722" y="279059"/>
                  <a:pt x="871887" y="279059"/>
                </a:cubicBezTo>
                <a:cubicBezTo>
                  <a:pt x="893135" y="279059"/>
                  <a:pt x="910134" y="274810"/>
                  <a:pt x="922883" y="267727"/>
                </a:cubicBezTo>
                <a:cubicBezTo>
                  <a:pt x="934215" y="260644"/>
                  <a:pt x="941298" y="249312"/>
                  <a:pt x="941298" y="235146"/>
                </a:cubicBezTo>
                <a:cubicBezTo>
                  <a:pt x="941298" y="225231"/>
                  <a:pt x="938465" y="216731"/>
                  <a:pt x="931382" y="211065"/>
                </a:cubicBezTo>
                <a:cubicBezTo>
                  <a:pt x="925716" y="203982"/>
                  <a:pt x="912967" y="198316"/>
                  <a:pt x="895968" y="192650"/>
                </a:cubicBezTo>
                <a:lnTo>
                  <a:pt x="846389" y="177068"/>
                </a:lnTo>
                <a:cubicBezTo>
                  <a:pt x="820891" y="168569"/>
                  <a:pt x="802476" y="157236"/>
                  <a:pt x="791144" y="141654"/>
                </a:cubicBezTo>
                <a:cubicBezTo>
                  <a:pt x="779812" y="126072"/>
                  <a:pt x="774145" y="109074"/>
                  <a:pt x="774145" y="92075"/>
                </a:cubicBezTo>
                <a:cubicBezTo>
                  <a:pt x="774145" y="77910"/>
                  <a:pt x="776979" y="65161"/>
                  <a:pt x="784061" y="53829"/>
                </a:cubicBezTo>
                <a:cubicBezTo>
                  <a:pt x="789727" y="42496"/>
                  <a:pt x="798227" y="32581"/>
                  <a:pt x="808143" y="25498"/>
                </a:cubicBezTo>
                <a:cubicBezTo>
                  <a:pt x="818058" y="16999"/>
                  <a:pt x="830807" y="11332"/>
                  <a:pt x="843556" y="7083"/>
                </a:cubicBezTo>
                <a:cubicBezTo>
                  <a:pt x="857722" y="2833"/>
                  <a:pt x="871887" y="1417"/>
                  <a:pt x="887469" y="1417"/>
                </a:cubicBezTo>
                <a:close/>
                <a:moveTo>
                  <a:pt x="176363" y="0"/>
                </a:moveTo>
                <a:cubicBezTo>
                  <a:pt x="217443" y="0"/>
                  <a:pt x="247190" y="9916"/>
                  <a:pt x="267022" y="28331"/>
                </a:cubicBezTo>
                <a:cubicBezTo>
                  <a:pt x="286854" y="46746"/>
                  <a:pt x="295353" y="75077"/>
                  <a:pt x="295353" y="113324"/>
                </a:cubicBezTo>
                <a:lnTo>
                  <a:pt x="295353" y="225231"/>
                </a:lnTo>
                <a:lnTo>
                  <a:pt x="293936" y="225231"/>
                </a:lnTo>
                <a:cubicBezTo>
                  <a:pt x="293936" y="237979"/>
                  <a:pt x="295353" y="247895"/>
                  <a:pt x="298186" y="256395"/>
                </a:cubicBezTo>
                <a:cubicBezTo>
                  <a:pt x="301019" y="263477"/>
                  <a:pt x="303852" y="271976"/>
                  <a:pt x="309518" y="280476"/>
                </a:cubicBezTo>
                <a:cubicBezTo>
                  <a:pt x="310935" y="283309"/>
                  <a:pt x="312351" y="286142"/>
                  <a:pt x="312351" y="288975"/>
                </a:cubicBezTo>
                <a:cubicBezTo>
                  <a:pt x="312351" y="293225"/>
                  <a:pt x="309518" y="296058"/>
                  <a:pt x="305269" y="298891"/>
                </a:cubicBezTo>
                <a:lnTo>
                  <a:pt x="284020" y="313056"/>
                </a:lnTo>
                <a:cubicBezTo>
                  <a:pt x="281187" y="314473"/>
                  <a:pt x="278354" y="315889"/>
                  <a:pt x="275521" y="315889"/>
                </a:cubicBezTo>
                <a:cubicBezTo>
                  <a:pt x="271272" y="315889"/>
                  <a:pt x="268438" y="314473"/>
                  <a:pt x="265605" y="311640"/>
                </a:cubicBezTo>
                <a:cubicBezTo>
                  <a:pt x="261356" y="307390"/>
                  <a:pt x="257106" y="301724"/>
                  <a:pt x="252856" y="296058"/>
                </a:cubicBezTo>
                <a:cubicBezTo>
                  <a:pt x="250023" y="290392"/>
                  <a:pt x="245774" y="283309"/>
                  <a:pt x="242941" y="276226"/>
                </a:cubicBezTo>
                <a:cubicBezTo>
                  <a:pt x="216026" y="307390"/>
                  <a:pt x="182029" y="324389"/>
                  <a:pt x="140949" y="324389"/>
                </a:cubicBezTo>
                <a:cubicBezTo>
                  <a:pt x="112619" y="324389"/>
                  <a:pt x="88537" y="315889"/>
                  <a:pt x="71539" y="300307"/>
                </a:cubicBezTo>
                <a:cubicBezTo>
                  <a:pt x="54540" y="283309"/>
                  <a:pt x="46041" y="262061"/>
                  <a:pt x="46041" y="233730"/>
                </a:cubicBezTo>
                <a:cubicBezTo>
                  <a:pt x="46041" y="203982"/>
                  <a:pt x="55957" y="181318"/>
                  <a:pt x="77205" y="162903"/>
                </a:cubicBezTo>
                <a:cubicBezTo>
                  <a:pt x="98453" y="144488"/>
                  <a:pt x="126784" y="135988"/>
                  <a:pt x="162198" y="135988"/>
                </a:cubicBezTo>
                <a:cubicBezTo>
                  <a:pt x="173530" y="135988"/>
                  <a:pt x="186279" y="137405"/>
                  <a:pt x="199028" y="138821"/>
                </a:cubicBezTo>
                <a:cubicBezTo>
                  <a:pt x="211777" y="140238"/>
                  <a:pt x="224526" y="143071"/>
                  <a:pt x="238691" y="145904"/>
                </a:cubicBezTo>
                <a:lnTo>
                  <a:pt x="238691" y="120406"/>
                </a:lnTo>
                <a:cubicBezTo>
                  <a:pt x="238691" y="94909"/>
                  <a:pt x="233025" y="75077"/>
                  <a:pt x="221692" y="65161"/>
                </a:cubicBezTo>
                <a:cubicBezTo>
                  <a:pt x="210360" y="53829"/>
                  <a:pt x="191945" y="49579"/>
                  <a:pt x="165031" y="49579"/>
                </a:cubicBezTo>
                <a:cubicBezTo>
                  <a:pt x="152282" y="49579"/>
                  <a:pt x="140949" y="50996"/>
                  <a:pt x="128201" y="53829"/>
                </a:cubicBezTo>
                <a:cubicBezTo>
                  <a:pt x="115452" y="56662"/>
                  <a:pt x="102703" y="60911"/>
                  <a:pt x="91370" y="65161"/>
                </a:cubicBezTo>
                <a:cubicBezTo>
                  <a:pt x="85704" y="67994"/>
                  <a:pt x="81455" y="69411"/>
                  <a:pt x="78622" y="69411"/>
                </a:cubicBezTo>
                <a:cubicBezTo>
                  <a:pt x="75788" y="69411"/>
                  <a:pt x="74372" y="70827"/>
                  <a:pt x="72955" y="70827"/>
                </a:cubicBezTo>
                <a:cubicBezTo>
                  <a:pt x="68706" y="70827"/>
                  <a:pt x="65873" y="66578"/>
                  <a:pt x="65873" y="59495"/>
                </a:cubicBezTo>
                <a:lnTo>
                  <a:pt x="65873" y="42496"/>
                </a:lnTo>
                <a:cubicBezTo>
                  <a:pt x="65873" y="36830"/>
                  <a:pt x="67289" y="32581"/>
                  <a:pt x="68706" y="29747"/>
                </a:cubicBezTo>
                <a:cubicBezTo>
                  <a:pt x="70122" y="26914"/>
                  <a:pt x="72955" y="25498"/>
                  <a:pt x="78622" y="22665"/>
                </a:cubicBezTo>
                <a:cubicBezTo>
                  <a:pt x="91370" y="16999"/>
                  <a:pt x="105536" y="11332"/>
                  <a:pt x="122534" y="7083"/>
                </a:cubicBezTo>
                <a:cubicBezTo>
                  <a:pt x="139533" y="2833"/>
                  <a:pt x="157948" y="0"/>
                  <a:pt x="176363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3" r:id="rId9"/>
    <p:sldLayoutId id="2147483664" r:id="rId10"/>
    <p:sldLayoutId id="2147483665" r:id="rId11"/>
    <p:sldLayoutId id="214748366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+mj-lt"/>
          <a:ea typeface="Century Gothic"/>
          <a:cs typeface="Century Gothic"/>
          <a:sym typeface="Century Gothic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+mn-lt"/>
          <a:ea typeface="Century Gothic"/>
          <a:cs typeface="Century Gothic"/>
          <a:sym typeface="Century Gothic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9pPr>
    </p:otherStyle>
  </p:txStyles>
  <p:extLst>
    <p:ext uri="{27BBF7A9-308A-43DC-89C8-2F10F3537804}">
      <p15:sldGuideLst xmlns:p15="http://schemas.microsoft.com/office/powerpoint/2012/main">
        <p15:guide id="1" pos="384">
          <p15:clr>
            <a:srgbClr val="F26B43"/>
          </p15:clr>
        </p15:guide>
        <p15:guide id="2" pos="7296">
          <p15:clr>
            <a:srgbClr val="F26B43"/>
          </p15:clr>
        </p15:guide>
        <p15:guide id="3" orient="horz" pos="19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1080">
          <p15:clr>
            <a:srgbClr val="F26B43"/>
          </p15:clr>
        </p15:guide>
        <p15:guide id="6" orient="horz" pos="57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38"/>
          <p:cNvSpPr txBox="1">
            <a:spLocks noGrp="1"/>
          </p:cNvSpPr>
          <p:nvPr>
            <p:ph type="title"/>
          </p:nvPr>
        </p:nvSpPr>
        <p:spPr>
          <a:xfrm>
            <a:off x="609600" y="914403"/>
            <a:ext cx="10972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8" name="Google Shape;8;p38"/>
          <p:cNvSpPr txBox="1">
            <a:spLocks noGrp="1"/>
          </p:cNvSpPr>
          <p:nvPr>
            <p:ph type="body" idx="1"/>
          </p:nvPr>
        </p:nvSpPr>
        <p:spPr>
          <a:xfrm>
            <a:off x="609600" y="1718985"/>
            <a:ext cx="10972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entury Gothic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1CD07ACD-C9AD-6845-44B0-C9C800835D54}"/>
              </a:ext>
            </a:extLst>
          </p:cNvPr>
          <p:cNvSpPr/>
          <p:nvPr userDrawn="1"/>
        </p:nvSpPr>
        <p:spPr bwMode="black">
          <a:xfrm>
            <a:off x="341858" y="6120726"/>
            <a:ext cx="535483" cy="321252"/>
          </a:xfrm>
          <a:custGeom>
            <a:avLst/>
            <a:gdLst>
              <a:gd name="connsiteX0" fmla="*/ 16294 w 1038916"/>
              <a:gd name="connsiteY0" fmla="*/ 412214 h 623280"/>
              <a:gd name="connsiteX1" fmla="*/ 530500 w 1038916"/>
              <a:gd name="connsiteY1" fmla="*/ 548204 h 623280"/>
              <a:gd name="connsiteX2" fmla="*/ 922882 w 1038916"/>
              <a:gd name="connsiteY2" fmla="*/ 467460 h 623280"/>
              <a:gd name="connsiteX3" fmla="*/ 939881 w 1038916"/>
              <a:gd name="connsiteY3" fmla="*/ 494374 h 623280"/>
              <a:gd name="connsiteX4" fmla="*/ 519167 w 1038916"/>
              <a:gd name="connsiteY4" fmla="*/ 623280 h 623280"/>
              <a:gd name="connsiteX5" fmla="*/ 4961 w 1038916"/>
              <a:gd name="connsiteY5" fmla="*/ 427796 h 623280"/>
              <a:gd name="connsiteX6" fmla="*/ 16294 w 1038916"/>
              <a:gd name="connsiteY6" fmla="*/ 412214 h 623280"/>
              <a:gd name="connsiteX7" fmla="*/ 962369 w 1038916"/>
              <a:gd name="connsiteY7" fmla="*/ 389372 h 623280"/>
              <a:gd name="connsiteX8" fmla="*/ 1034790 w 1038916"/>
              <a:gd name="connsiteY8" fmla="*/ 403715 h 623280"/>
              <a:gd name="connsiteX9" fmla="*/ 971045 w 1038916"/>
              <a:gd name="connsiteY9" fmla="*/ 576534 h 623280"/>
              <a:gd name="connsiteX10" fmla="*/ 956880 w 1038916"/>
              <a:gd name="connsiteY10" fmla="*/ 569451 h 623280"/>
              <a:gd name="connsiteX11" fmla="*/ 986627 w 1038916"/>
              <a:gd name="connsiteY11" fmla="*/ 440545 h 623280"/>
              <a:gd name="connsiteX12" fmla="*/ 853471 w 1038916"/>
              <a:gd name="connsiteY12" fmla="*/ 436295 h 623280"/>
              <a:gd name="connsiteX13" fmla="*/ 850638 w 1038916"/>
              <a:gd name="connsiteY13" fmla="*/ 420713 h 623280"/>
              <a:gd name="connsiteX14" fmla="*/ 962369 w 1038916"/>
              <a:gd name="connsiteY14" fmla="*/ 389372 h 623280"/>
              <a:gd name="connsiteX15" fmla="*/ 172113 w 1038916"/>
              <a:gd name="connsiteY15" fmla="*/ 175652 h 623280"/>
              <a:gd name="connsiteX16" fmla="*/ 121118 w 1038916"/>
              <a:gd name="connsiteY16" fmla="*/ 189817 h 623280"/>
              <a:gd name="connsiteX17" fmla="*/ 104119 w 1038916"/>
              <a:gd name="connsiteY17" fmla="*/ 229480 h 623280"/>
              <a:gd name="connsiteX18" fmla="*/ 116868 w 1038916"/>
              <a:gd name="connsiteY18" fmla="*/ 266310 h 623280"/>
              <a:gd name="connsiteX19" fmla="*/ 153698 w 1038916"/>
              <a:gd name="connsiteY19" fmla="*/ 277643 h 623280"/>
              <a:gd name="connsiteX20" fmla="*/ 189112 w 1038916"/>
              <a:gd name="connsiteY20" fmla="*/ 271976 h 623280"/>
              <a:gd name="connsiteX21" fmla="*/ 221692 w 1038916"/>
              <a:gd name="connsiteY21" fmla="*/ 249312 h 623280"/>
              <a:gd name="connsiteX22" fmla="*/ 233025 w 1038916"/>
              <a:gd name="connsiteY22" fmla="*/ 226647 h 623280"/>
              <a:gd name="connsiteX23" fmla="*/ 235858 w 1038916"/>
              <a:gd name="connsiteY23" fmla="*/ 196900 h 623280"/>
              <a:gd name="connsiteX24" fmla="*/ 235858 w 1038916"/>
              <a:gd name="connsiteY24" fmla="*/ 182734 h 623280"/>
              <a:gd name="connsiteX25" fmla="*/ 204694 w 1038916"/>
              <a:gd name="connsiteY25" fmla="*/ 177068 h 623280"/>
              <a:gd name="connsiteX26" fmla="*/ 172113 w 1038916"/>
              <a:gd name="connsiteY26" fmla="*/ 175652 h 623280"/>
              <a:gd name="connsiteX27" fmla="*/ 335016 w 1038916"/>
              <a:gd name="connsiteY27" fmla="*/ 8499 h 623280"/>
              <a:gd name="connsiteX28" fmla="*/ 369013 w 1038916"/>
              <a:gd name="connsiteY28" fmla="*/ 8499 h 623280"/>
              <a:gd name="connsiteX29" fmla="*/ 383178 w 1038916"/>
              <a:gd name="connsiteY29" fmla="*/ 11332 h 623280"/>
              <a:gd name="connsiteX30" fmla="*/ 390261 w 1038916"/>
              <a:gd name="connsiteY30" fmla="*/ 25498 h 623280"/>
              <a:gd name="connsiteX31" fmla="*/ 448339 w 1038916"/>
              <a:gd name="connsiteY31" fmla="*/ 253561 h 623280"/>
              <a:gd name="connsiteX32" fmla="*/ 502169 w 1038916"/>
              <a:gd name="connsiteY32" fmla="*/ 25498 h 623280"/>
              <a:gd name="connsiteX33" fmla="*/ 509251 w 1038916"/>
              <a:gd name="connsiteY33" fmla="*/ 11332 h 623280"/>
              <a:gd name="connsiteX34" fmla="*/ 523417 w 1038916"/>
              <a:gd name="connsiteY34" fmla="*/ 8499 h 623280"/>
              <a:gd name="connsiteX35" fmla="*/ 551748 w 1038916"/>
              <a:gd name="connsiteY35" fmla="*/ 8499 h 623280"/>
              <a:gd name="connsiteX36" fmla="*/ 565914 w 1038916"/>
              <a:gd name="connsiteY36" fmla="*/ 11332 h 623280"/>
              <a:gd name="connsiteX37" fmla="*/ 572996 w 1038916"/>
              <a:gd name="connsiteY37" fmla="*/ 25498 h 623280"/>
              <a:gd name="connsiteX38" fmla="*/ 623992 w 1038916"/>
              <a:gd name="connsiteY38" fmla="*/ 257811 h 623280"/>
              <a:gd name="connsiteX39" fmla="*/ 683487 w 1038916"/>
              <a:gd name="connsiteY39" fmla="*/ 26914 h 623280"/>
              <a:gd name="connsiteX40" fmla="*/ 690569 w 1038916"/>
              <a:gd name="connsiteY40" fmla="*/ 12749 h 623280"/>
              <a:gd name="connsiteX41" fmla="*/ 704735 w 1038916"/>
              <a:gd name="connsiteY41" fmla="*/ 9916 h 623280"/>
              <a:gd name="connsiteX42" fmla="*/ 737315 w 1038916"/>
              <a:gd name="connsiteY42" fmla="*/ 9916 h 623280"/>
              <a:gd name="connsiteX43" fmla="*/ 745815 w 1038916"/>
              <a:gd name="connsiteY43" fmla="*/ 18415 h 623280"/>
              <a:gd name="connsiteX44" fmla="*/ 745815 w 1038916"/>
              <a:gd name="connsiteY44" fmla="*/ 24081 h 623280"/>
              <a:gd name="connsiteX45" fmla="*/ 742982 w 1038916"/>
              <a:gd name="connsiteY45" fmla="*/ 32581 h 623280"/>
              <a:gd name="connsiteX46" fmla="*/ 659405 w 1038916"/>
              <a:gd name="connsiteY46" fmla="*/ 300307 h 623280"/>
              <a:gd name="connsiteX47" fmla="*/ 652323 w 1038916"/>
              <a:gd name="connsiteY47" fmla="*/ 314473 h 623280"/>
              <a:gd name="connsiteX48" fmla="*/ 639574 w 1038916"/>
              <a:gd name="connsiteY48" fmla="*/ 317306 h 623280"/>
              <a:gd name="connsiteX49" fmla="*/ 609826 w 1038916"/>
              <a:gd name="connsiteY49" fmla="*/ 317306 h 623280"/>
              <a:gd name="connsiteX50" fmla="*/ 595661 w 1038916"/>
              <a:gd name="connsiteY50" fmla="*/ 313056 h 623280"/>
              <a:gd name="connsiteX51" fmla="*/ 588578 w 1038916"/>
              <a:gd name="connsiteY51" fmla="*/ 298891 h 623280"/>
              <a:gd name="connsiteX52" fmla="*/ 534750 w 1038916"/>
              <a:gd name="connsiteY52" fmla="*/ 76493 h 623280"/>
              <a:gd name="connsiteX53" fmla="*/ 480920 w 1038916"/>
              <a:gd name="connsiteY53" fmla="*/ 298891 h 623280"/>
              <a:gd name="connsiteX54" fmla="*/ 473837 w 1038916"/>
              <a:gd name="connsiteY54" fmla="*/ 313056 h 623280"/>
              <a:gd name="connsiteX55" fmla="*/ 459672 w 1038916"/>
              <a:gd name="connsiteY55" fmla="*/ 317306 h 623280"/>
              <a:gd name="connsiteX56" fmla="*/ 431341 w 1038916"/>
              <a:gd name="connsiteY56" fmla="*/ 317306 h 623280"/>
              <a:gd name="connsiteX57" fmla="*/ 431341 w 1038916"/>
              <a:gd name="connsiteY57" fmla="*/ 315889 h 623280"/>
              <a:gd name="connsiteX58" fmla="*/ 418592 w 1038916"/>
              <a:gd name="connsiteY58" fmla="*/ 313056 h 623280"/>
              <a:gd name="connsiteX59" fmla="*/ 411509 w 1038916"/>
              <a:gd name="connsiteY59" fmla="*/ 298891 h 623280"/>
              <a:gd name="connsiteX60" fmla="*/ 330766 w 1038916"/>
              <a:gd name="connsiteY60" fmla="*/ 31164 h 623280"/>
              <a:gd name="connsiteX61" fmla="*/ 326517 w 1038916"/>
              <a:gd name="connsiteY61" fmla="*/ 16999 h 623280"/>
              <a:gd name="connsiteX62" fmla="*/ 335016 w 1038916"/>
              <a:gd name="connsiteY62" fmla="*/ 8499 h 623280"/>
              <a:gd name="connsiteX63" fmla="*/ 887469 w 1038916"/>
              <a:gd name="connsiteY63" fmla="*/ 1417 h 623280"/>
              <a:gd name="connsiteX64" fmla="*/ 910134 w 1038916"/>
              <a:gd name="connsiteY64" fmla="*/ 2833 h 623280"/>
              <a:gd name="connsiteX65" fmla="*/ 932798 w 1038916"/>
              <a:gd name="connsiteY65" fmla="*/ 7083 h 623280"/>
              <a:gd name="connsiteX66" fmla="*/ 952630 w 1038916"/>
              <a:gd name="connsiteY66" fmla="*/ 12749 h 623280"/>
              <a:gd name="connsiteX67" fmla="*/ 966795 w 1038916"/>
              <a:gd name="connsiteY67" fmla="*/ 18415 h 623280"/>
              <a:gd name="connsiteX68" fmla="*/ 976711 w 1038916"/>
              <a:gd name="connsiteY68" fmla="*/ 26914 h 623280"/>
              <a:gd name="connsiteX69" fmla="*/ 979544 w 1038916"/>
              <a:gd name="connsiteY69" fmla="*/ 38247 h 623280"/>
              <a:gd name="connsiteX70" fmla="*/ 979544 w 1038916"/>
              <a:gd name="connsiteY70" fmla="*/ 55245 h 623280"/>
              <a:gd name="connsiteX71" fmla="*/ 971045 w 1038916"/>
              <a:gd name="connsiteY71" fmla="*/ 66578 h 623280"/>
              <a:gd name="connsiteX72" fmla="*/ 958296 w 1038916"/>
              <a:gd name="connsiteY72" fmla="*/ 62328 h 623280"/>
              <a:gd name="connsiteX73" fmla="*/ 891719 w 1038916"/>
              <a:gd name="connsiteY73" fmla="*/ 49579 h 623280"/>
              <a:gd name="connsiteX74" fmla="*/ 846389 w 1038916"/>
              <a:gd name="connsiteY74" fmla="*/ 59495 h 623280"/>
              <a:gd name="connsiteX75" fmla="*/ 829391 w 1038916"/>
              <a:gd name="connsiteY75" fmla="*/ 90659 h 623280"/>
              <a:gd name="connsiteX76" fmla="*/ 839307 w 1038916"/>
              <a:gd name="connsiteY76" fmla="*/ 114740 h 623280"/>
              <a:gd name="connsiteX77" fmla="*/ 877553 w 1038916"/>
              <a:gd name="connsiteY77" fmla="*/ 133155 h 623280"/>
              <a:gd name="connsiteX78" fmla="*/ 927132 w 1038916"/>
              <a:gd name="connsiteY78" fmla="*/ 148737 h 623280"/>
              <a:gd name="connsiteX79" fmla="*/ 980961 w 1038916"/>
              <a:gd name="connsiteY79" fmla="*/ 181318 h 623280"/>
              <a:gd name="connsiteX80" fmla="*/ 996543 w 1038916"/>
              <a:gd name="connsiteY80" fmla="*/ 229480 h 623280"/>
              <a:gd name="connsiteX81" fmla="*/ 988044 w 1038916"/>
              <a:gd name="connsiteY81" fmla="*/ 269143 h 623280"/>
              <a:gd name="connsiteX82" fmla="*/ 962546 w 1038916"/>
              <a:gd name="connsiteY82" fmla="*/ 300307 h 623280"/>
              <a:gd name="connsiteX83" fmla="*/ 924299 w 1038916"/>
              <a:gd name="connsiteY83" fmla="*/ 320139 h 623280"/>
              <a:gd name="connsiteX84" fmla="*/ 874720 w 1038916"/>
              <a:gd name="connsiteY84" fmla="*/ 324389 h 623280"/>
              <a:gd name="connsiteX85" fmla="*/ 820891 w 1038916"/>
              <a:gd name="connsiteY85" fmla="*/ 318722 h 623280"/>
              <a:gd name="connsiteX86" fmla="*/ 781228 w 1038916"/>
              <a:gd name="connsiteY86" fmla="*/ 304557 h 623280"/>
              <a:gd name="connsiteX87" fmla="*/ 771312 w 1038916"/>
              <a:gd name="connsiteY87" fmla="*/ 294641 h 623280"/>
              <a:gd name="connsiteX88" fmla="*/ 769896 w 1038916"/>
              <a:gd name="connsiteY88" fmla="*/ 284725 h 623280"/>
              <a:gd name="connsiteX89" fmla="*/ 769896 w 1038916"/>
              <a:gd name="connsiteY89" fmla="*/ 267727 h 623280"/>
              <a:gd name="connsiteX90" fmla="*/ 778395 w 1038916"/>
              <a:gd name="connsiteY90" fmla="*/ 256395 h 623280"/>
              <a:gd name="connsiteX91" fmla="*/ 784061 w 1038916"/>
              <a:gd name="connsiteY91" fmla="*/ 257811 h 623280"/>
              <a:gd name="connsiteX92" fmla="*/ 792561 w 1038916"/>
              <a:gd name="connsiteY92" fmla="*/ 262061 h 623280"/>
              <a:gd name="connsiteX93" fmla="*/ 830807 w 1038916"/>
              <a:gd name="connsiteY93" fmla="*/ 274810 h 623280"/>
              <a:gd name="connsiteX94" fmla="*/ 871887 w 1038916"/>
              <a:gd name="connsiteY94" fmla="*/ 279059 h 623280"/>
              <a:gd name="connsiteX95" fmla="*/ 922883 w 1038916"/>
              <a:gd name="connsiteY95" fmla="*/ 267727 h 623280"/>
              <a:gd name="connsiteX96" fmla="*/ 941298 w 1038916"/>
              <a:gd name="connsiteY96" fmla="*/ 235146 h 623280"/>
              <a:gd name="connsiteX97" fmla="*/ 931382 w 1038916"/>
              <a:gd name="connsiteY97" fmla="*/ 211065 h 623280"/>
              <a:gd name="connsiteX98" fmla="*/ 895968 w 1038916"/>
              <a:gd name="connsiteY98" fmla="*/ 192650 h 623280"/>
              <a:gd name="connsiteX99" fmla="*/ 846389 w 1038916"/>
              <a:gd name="connsiteY99" fmla="*/ 177068 h 623280"/>
              <a:gd name="connsiteX100" fmla="*/ 791144 w 1038916"/>
              <a:gd name="connsiteY100" fmla="*/ 141654 h 623280"/>
              <a:gd name="connsiteX101" fmla="*/ 774145 w 1038916"/>
              <a:gd name="connsiteY101" fmla="*/ 92075 h 623280"/>
              <a:gd name="connsiteX102" fmla="*/ 784061 w 1038916"/>
              <a:gd name="connsiteY102" fmla="*/ 53829 h 623280"/>
              <a:gd name="connsiteX103" fmla="*/ 808143 w 1038916"/>
              <a:gd name="connsiteY103" fmla="*/ 25498 h 623280"/>
              <a:gd name="connsiteX104" fmla="*/ 843556 w 1038916"/>
              <a:gd name="connsiteY104" fmla="*/ 7083 h 623280"/>
              <a:gd name="connsiteX105" fmla="*/ 887469 w 1038916"/>
              <a:gd name="connsiteY105" fmla="*/ 1417 h 623280"/>
              <a:gd name="connsiteX106" fmla="*/ 176363 w 1038916"/>
              <a:gd name="connsiteY106" fmla="*/ 0 h 623280"/>
              <a:gd name="connsiteX107" fmla="*/ 267022 w 1038916"/>
              <a:gd name="connsiteY107" fmla="*/ 28331 h 623280"/>
              <a:gd name="connsiteX108" fmla="*/ 295353 w 1038916"/>
              <a:gd name="connsiteY108" fmla="*/ 113324 h 623280"/>
              <a:gd name="connsiteX109" fmla="*/ 295353 w 1038916"/>
              <a:gd name="connsiteY109" fmla="*/ 225231 h 623280"/>
              <a:gd name="connsiteX110" fmla="*/ 293936 w 1038916"/>
              <a:gd name="connsiteY110" fmla="*/ 225231 h 623280"/>
              <a:gd name="connsiteX111" fmla="*/ 298186 w 1038916"/>
              <a:gd name="connsiteY111" fmla="*/ 256395 h 623280"/>
              <a:gd name="connsiteX112" fmla="*/ 309518 w 1038916"/>
              <a:gd name="connsiteY112" fmla="*/ 280476 h 623280"/>
              <a:gd name="connsiteX113" fmla="*/ 312351 w 1038916"/>
              <a:gd name="connsiteY113" fmla="*/ 288975 h 623280"/>
              <a:gd name="connsiteX114" fmla="*/ 305269 w 1038916"/>
              <a:gd name="connsiteY114" fmla="*/ 298891 h 623280"/>
              <a:gd name="connsiteX115" fmla="*/ 284020 w 1038916"/>
              <a:gd name="connsiteY115" fmla="*/ 313056 h 623280"/>
              <a:gd name="connsiteX116" fmla="*/ 275521 w 1038916"/>
              <a:gd name="connsiteY116" fmla="*/ 315889 h 623280"/>
              <a:gd name="connsiteX117" fmla="*/ 265605 w 1038916"/>
              <a:gd name="connsiteY117" fmla="*/ 311640 h 623280"/>
              <a:gd name="connsiteX118" fmla="*/ 252856 w 1038916"/>
              <a:gd name="connsiteY118" fmla="*/ 296058 h 623280"/>
              <a:gd name="connsiteX119" fmla="*/ 242941 w 1038916"/>
              <a:gd name="connsiteY119" fmla="*/ 276226 h 623280"/>
              <a:gd name="connsiteX120" fmla="*/ 140949 w 1038916"/>
              <a:gd name="connsiteY120" fmla="*/ 324389 h 623280"/>
              <a:gd name="connsiteX121" fmla="*/ 71539 w 1038916"/>
              <a:gd name="connsiteY121" fmla="*/ 300307 h 623280"/>
              <a:gd name="connsiteX122" fmla="*/ 46041 w 1038916"/>
              <a:gd name="connsiteY122" fmla="*/ 233730 h 623280"/>
              <a:gd name="connsiteX123" fmla="*/ 77205 w 1038916"/>
              <a:gd name="connsiteY123" fmla="*/ 162903 h 623280"/>
              <a:gd name="connsiteX124" fmla="*/ 162198 w 1038916"/>
              <a:gd name="connsiteY124" fmla="*/ 135988 h 623280"/>
              <a:gd name="connsiteX125" fmla="*/ 199028 w 1038916"/>
              <a:gd name="connsiteY125" fmla="*/ 138821 h 623280"/>
              <a:gd name="connsiteX126" fmla="*/ 238691 w 1038916"/>
              <a:gd name="connsiteY126" fmla="*/ 145904 h 623280"/>
              <a:gd name="connsiteX127" fmla="*/ 238691 w 1038916"/>
              <a:gd name="connsiteY127" fmla="*/ 120406 h 623280"/>
              <a:gd name="connsiteX128" fmla="*/ 221692 w 1038916"/>
              <a:gd name="connsiteY128" fmla="*/ 65161 h 623280"/>
              <a:gd name="connsiteX129" fmla="*/ 165031 w 1038916"/>
              <a:gd name="connsiteY129" fmla="*/ 49579 h 623280"/>
              <a:gd name="connsiteX130" fmla="*/ 128201 w 1038916"/>
              <a:gd name="connsiteY130" fmla="*/ 53829 h 623280"/>
              <a:gd name="connsiteX131" fmla="*/ 91370 w 1038916"/>
              <a:gd name="connsiteY131" fmla="*/ 65161 h 623280"/>
              <a:gd name="connsiteX132" fmla="*/ 78622 w 1038916"/>
              <a:gd name="connsiteY132" fmla="*/ 69411 h 623280"/>
              <a:gd name="connsiteX133" fmla="*/ 72955 w 1038916"/>
              <a:gd name="connsiteY133" fmla="*/ 70827 h 623280"/>
              <a:gd name="connsiteX134" fmla="*/ 65873 w 1038916"/>
              <a:gd name="connsiteY134" fmla="*/ 59495 h 623280"/>
              <a:gd name="connsiteX135" fmla="*/ 65873 w 1038916"/>
              <a:gd name="connsiteY135" fmla="*/ 42496 h 623280"/>
              <a:gd name="connsiteX136" fmla="*/ 68706 w 1038916"/>
              <a:gd name="connsiteY136" fmla="*/ 29747 h 623280"/>
              <a:gd name="connsiteX137" fmla="*/ 78622 w 1038916"/>
              <a:gd name="connsiteY137" fmla="*/ 22665 h 623280"/>
              <a:gd name="connsiteX138" fmla="*/ 122534 w 1038916"/>
              <a:gd name="connsiteY138" fmla="*/ 7083 h 623280"/>
              <a:gd name="connsiteX139" fmla="*/ 176363 w 1038916"/>
              <a:gd name="connsiteY139" fmla="*/ 0 h 623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1038916" h="623280">
                <a:moveTo>
                  <a:pt x="16294" y="412214"/>
                </a:moveTo>
                <a:cubicBezTo>
                  <a:pt x="162198" y="497207"/>
                  <a:pt x="343515" y="548204"/>
                  <a:pt x="530500" y="548204"/>
                </a:cubicBezTo>
                <a:cubicBezTo>
                  <a:pt x="656572" y="548204"/>
                  <a:pt x="795393" y="522706"/>
                  <a:pt x="922882" y="467460"/>
                </a:cubicBezTo>
                <a:cubicBezTo>
                  <a:pt x="942714" y="460377"/>
                  <a:pt x="958296" y="480208"/>
                  <a:pt x="939881" y="494374"/>
                </a:cubicBezTo>
                <a:cubicBezTo>
                  <a:pt x="826557" y="577951"/>
                  <a:pt x="660822" y="623280"/>
                  <a:pt x="519167" y="623280"/>
                </a:cubicBezTo>
                <a:cubicBezTo>
                  <a:pt x="320850" y="623280"/>
                  <a:pt x="140949" y="549620"/>
                  <a:pt x="4961" y="427796"/>
                </a:cubicBezTo>
                <a:cubicBezTo>
                  <a:pt x="-6371" y="417881"/>
                  <a:pt x="3545" y="405132"/>
                  <a:pt x="16294" y="412214"/>
                </a:cubicBezTo>
                <a:close/>
                <a:moveTo>
                  <a:pt x="962369" y="389372"/>
                </a:moveTo>
                <a:cubicBezTo>
                  <a:pt x="998668" y="388841"/>
                  <a:pt x="1028416" y="395924"/>
                  <a:pt x="1034790" y="403715"/>
                </a:cubicBezTo>
                <a:cubicBezTo>
                  <a:pt x="1047539" y="419297"/>
                  <a:pt x="1031957" y="525538"/>
                  <a:pt x="971045" y="576534"/>
                </a:cubicBezTo>
                <a:cubicBezTo>
                  <a:pt x="961130" y="585033"/>
                  <a:pt x="952630" y="580784"/>
                  <a:pt x="956880" y="569451"/>
                </a:cubicBezTo>
                <a:cubicBezTo>
                  <a:pt x="971045" y="535454"/>
                  <a:pt x="1002209" y="458960"/>
                  <a:pt x="986627" y="440545"/>
                </a:cubicBezTo>
                <a:cubicBezTo>
                  <a:pt x="972462" y="422130"/>
                  <a:pt x="890301" y="432046"/>
                  <a:pt x="853471" y="436295"/>
                </a:cubicBezTo>
                <a:cubicBezTo>
                  <a:pt x="842139" y="437712"/>
                  <a:pt x="840722" y="427796"/>
                  <a:pt x="850638" y="420713"/>
                </a:cubicBezTo>
                <a:cubicBezTo>
                  <a:pt x="883218" y="398049"/>
                  <a:pt x="926069" y="389904"/>
                  <a:pt x="962369" y="389372"/>
                </a:cubicBezTo>
                <a:close/>
                <a:moveTo>
                  <a:pt x="172113" y="175652"/>
                </a:moveTo>
                <a:cubicBezTo>
                  <a:pt x="149449" y="175652"/>
                  <a:pt x="132450" y="179901"/>
                  <a:pt x="121118" y="189817"/>
                </a:cubicBezTo>
                <a:cubicBezTo>
                  <a:pt x="109786" y="199733"/>
                  <a:pt x="104119" y="212482"/>
                  <a:pt x="104119" y="229480"/>
                </a:cubicBezTo>
                <a:cubicBezTo>
                  <a:pt x="104119" y="245062"/>
                  <a:pt x="108369" y="257811"/>
                  <a:pt x="116868" y="266310"/>
                </a:cubicBezTo>
                <a:cubicBezTo>
                  <a:pt x="125368" y="273393"/>
                  <a:pt x="138116" y="277643"/>
                  <a:pt x="153698" y="277643"/>
                </a:cubicBezTo>
                <a:cubicBezTo>
                  <a:pt x="165031" y="277643"/>
                  <a:pt x="176363" y="276226"/>
                  <a:pt x="189112" y="271976"/>
                </a:cubicBezTo>
                <a:cubicBezTo>
                  <a:pt x="201861" y="267727"/>
                  <a:pt x="211777" y="260644"/>
                  <a:pt x="221692" y="249312"/>
                </a:cubicBezTo>
                <a:cubicBezTo>
                  <a:pt x="227359" y="242229"/>
                  <a:pt x="231608" y="235146"/>
                  <a:pt x="233025" y="226647"/>
                </a:cubicBezTo>
                <a:cubicBezTo>
                  <a:pt x="235858" y="218148"/>
                  <a:pt x="235858" y="208232"/>
                  <a:pt x="235858" y="196900"/>
                </a:cubicBezTo>
                <a:lnTo>
                  <a:pt x="235858" y="182734"/>
                </a:lnTo>
                <a:cubicBezTo>
                  <a:pt x="225942" y="179901"/>
                  <a:pt x="214610" y="178485"/>
                  <a:pt x="204694" y="177068"/>
                </a:cubicBezTo>
                <a:cubicBezTo>
                  <a:pt x="193362" y="175652"/>
                  <a:pt x="183446" y="175652"/>
                  <a:pt x="172113" y="175652"/>
                </a:cubicBezTo>
                <a:close/>
                <a:moveTo>
                  <a:pt x="335016" y="8499"/>
                </a:moveTo>
                <a:lnTo>
                  <a:pt x="369013" y="8499"/>
                </a:lnTo>
                <a:cubicBezTo>
                  <a:pt x="376096" y="8499"/>
                  <a:pt x="380345" y="9916"/>
                  <a:pt x="383178" y="11332"/>
                </a:cubicBezTo>
                <a:cubicBezTo>
                  <a:pt x="386012" y="14166"/>
                  <a:pt x="387428" y="18415"/>
                  <a:pt x="390261" y="25498"/>
                </a:cubicBezTo>
                <a:lnTo>
                  <a:pt x="448339" y="253561"/>
                </a:lnTo>
                <a:lnTo>
                  <a:pt x="502169" y="25498"/>
                </a:lnTo>
                <a:cubicBezTo>
                  <a:pt x="503585" y="18415"/>
                  <a:pt x="506419" y="14166"/>
                  <a:pt x="509251" y="11332"/>
                </a:cubicBezTo>
                <a:cubicBezTo>
                  <a:pt x="512085" y="8499"/>
                  <a:pt x="516335" y="8499"/>
                  <a:pt x="523417" y="8499"/>
                </a:cubicBezTo>
                <a:lnTo>
                  <a:pt x="551748" y="8499"/>
                </a:lnTo>
                <a:cubicBezTo>
                  <a:pt x="558831" y="8499"/>
                  <a:pt x="563081" y="9916"/>
                  <a:pt x="565914" y="11332"/>
                </a:cubicBezTo>
                <a:cubicBezTo>
                  <a:pt x="568747" y="14166"/>
                  <a:pt x="571580" y="18415"/>
                  <a:pt x="572996" y="25498"/>
                </a:cubicBezTo>
                <a:lnTo>
                  <a:pt x="623992" y="257811"/>
                </a:lnTo>
                <a:lnTo>
                  <a:pt x="683487" y="26914"/>
                </a:lnTo>
                <a:cubicBezTo>
                  <a:pt x="684903" y="19832"/>
                  <a:pt x="687736" y="15582"/>
                  <a:pt x="690569" y="12749"/>
                </a:cubicBezTo>
                <a:cubicBezTo>
                  <a:pt x="693403" y="9916"/>
                  <a:pt x="697652" y="9916"/>
                  <a:pt x="704735" y="9916"/>
                </a:cubicBezTo>
                <a:lnTo>
                  <a:pt x="737315" y="9916"/>
                </a:lnTo>
                <a:cubicBezTo>
                  <a:pt x="742982" y="9916"/>
                  <a:pt x="745815" y="12749"/>
                  <a:pt x="745815" y="18415"/>
                </a:cubicBezTo>
                <a:cubicBezTo>
                  <a:pt x="745815" y="19832"/>
                  <a:pt x="745815" y="21248"/>
                  <a:pt x="745815" y="24081"/>
                </a:cubicBezTo>
                <a:cubicBezTo>
                  <a:pt x="745815" y="25498"/>
                  <a:pt x="744398" y="28331"/>
                  <a:pt x="742982" y="32581"/>
                </a:cubicBezTo>
                <a:lnTo>
                  <a:pt x="659405" y="300307"/>
                </a:lnTo>
                <a:cubicBezTo>
                  <a:pt x="657989" y="307390"/>
                  <a:pt x="655156" y="311640"/>
                  <a:pt x="652323" y="314473"/>
                </a:cubicBezTo>
                <a:cubicBezTo>
                  <a:pt x="649490" y="317306"/>
                  <a:pt x="645240" y="317306"/>
                  <a:pt x="639574" y="317306"/>
                </a:cubicBezTo>
                <a:lnTo>
                  <a:pt x="609826" y="317306"/>
                </a:lnTo>
                <a:cubicBezTo>
                  <a:pt x="602744" y="317306"/>
                  <a:pt x="598494" y="315889"/>
                  <a:pt x="595661" y="313056"/>
                </a:cubicBezTo>
                <a:cubicBezTo>
                  <a:pt x="592828" y="310223"/>
                  <a:pt x="589995" y="305974"/>
                  <a:pt x="588578" y="298891"/>
                </a:cubicBezTo>
                <a:lnTo>
                  <a:pt x="534750" y="76493"/>
                </a:lnTo>
                <a:lnTo>
                  <a:pt x="480920" y="298891"/>
                </a:lnTo>
                <a:cubicBezTo>
                  <a:pt x="479503" y="305974"/>
                  <a:pt x="476670" y="310223"/>
                  <a:pt x="473837" y="313056"/>
                </a:cubicBezTo>
                <a:cubicBezTo>
                  <a:pt x="471004" y="315889"/>
                  <a:pt x="466755" y="317306"/>
                  <a:pt x="459672" y="317306"/>
                </a:cubicBezTo>
                <a:lnTo>
                  <a:pt x="431341" y="317306"/>
                </a:lnTo>
                <a:lnTo>
                  <a:pt x="431341" y="315889"/>
                </a:lnTo>
                <a:cubicBezTo>
                  <a:pt x="425675" y="315889"/>
                  <a:pt x="421425" y="314473"/>
                  <a:pt x="418592" y="313056"/>
                </a:cubicBezTo>
                <a:cubicBezTo>
                  <a:pt x="415759" y="310223"/>
                  <a:pt x="412926" y="305974"/>
                  <a:pt x="411509" y="298891"/>
                </a:cubicBezTo>
                <a:lnTo>
                  <a:pt x="330766" y="31164"/>
                </a:lnTo>
                <a:cubicBezTo>
                  <a:pt x="326517" y="24081"/>
                  <a:pt x="326517" y="19832"/>
                  <a:pt x="326517" y="16999"/>
                </a:cubicBezTo>
                <a:cubicBezTo>
                  <a:pt x="326517" y="11332"/>
                  <a:pt x="329350" y="8499"/>
                  <a:pt x="335016" y="8499"/>
                </a:cubicBezTo>
                <a:close/>
                <a:moveTo>
                  <a:pt x="887469" y="1417"/>
                </a:moveTo>
                <a:cubicBezTo>
                  <a:pt x="894552" y="1417"/>
                  <a:pt x="903051" y="1417"/>
                  <a:pt x="910134" y="2833"/>
                </a:cubicBezTo>
                <a:cubicBezTo>
                  <a:pt x="918633" y="4250"/>
                  <a:pt x="925716" y="5666"/>
                  <a:pt x="932798" y="7083"/>
                </a:cubicBezTo>
                <a:cubicBezTo>
                  <a:pt x="939881" y="8499"/>
                  <a:pt x="946964" y="9916"/>
                  <a:pt x="952630" y="12749"/>
                </a:cubicBezTo>
                <a:cubicBezTo>
                  <a:pt x="958296" y="14166"/>
                  <a:pt x="963962" y="16999"/>
                  <a:pt x="966795" y="18415"/>
                </a:cubicBezTo>
                <a:cubicBezTo>
                  <a:pt x="971045" y="21248"/>
                  <a:pt x="975295" y="24081"/>
                  <a:pt x="976711" y="26914"/>
                </a:cubicBezTo>
                <a:cubicBezTo>
                  <a:pt x="978128" y="29747"/>
                  <a:pt x="979544" y="33997"/>
                  <a:pt x="979544" y="38247"/>
                </a:cubicBezTo>
                <a:lnTo>
                  <a:pt x="979544" y="55245"/>
                </a:lnTo>
                <a:cubicBezTo>
                  <a:pt x="979544" y="62328"/>
                  <a:pt x="976711" y="66578"/>
                  <a:pt x="971045" y="66578"/>
                </a:cubicBezTo>
                <a:cubicBezTo>
                  <a:pt x="968212" y="66578"/>
                  <a:pt x="963962" y="65161"/>
                  <a:pt x="958296" y="62328"/>
                </a:cubicBezTo>
                <a:cubicBezTo>
                  <a:pt x="938465" y="53829"/>
                  <a:pt x="915800" y="49579"/>
                  <a:pt x="891719" y="49579"/>
                </a:cubicBezTo>
                <a:cubicBezTo>
                  <a:pt x="871887" y="49579"/>
                  <a:pt x="856305" y="52412"/>
                  <a:pt x="846389" y="59495"/>
                </a:cubicBezTo>
                <a:cubicBezTo>
                  <a:pt x="835057" y="66578"/>
                  <a:pt x="829391" y="76493"/>
                  <a:pt x="829391" y="90659"/>
                </a:cubicBezTo>
                <a:cubicBezTo>
                  <a:pt x="829391" y="100575"/>
                  <a:pt x="832224" y="109074"/>
                  <a:pt x="839307" y="114740"/>
                </a:cubicBezTo>
                <a:cubicBezTo>
                  <a:pt x="846389" y="121823"/>
                  <a:pt x="859138" y="127489"/>
                  <a:pt x="877553" y="133155"/>
                </a:cubicBezTo>
                <a:lnTo>
                  <a:pt x="927132" y="148737"/>
                </a:lnTo>
                <a:cubicBezTo>
                  <a:pt x="952630" y="157236"/>
                  <a:pt x="969629" y="168569"/>
                  <a:pt x="980961" y="181318"/>
                </a:cubicBezTo>
                <a:cubicBezTo>
                  <a:pt x="992293" y="195483"/>
                  <a:pt x="996543" y="211065"/>
                  <a:pt x="996543" y="229480"/>
                </a:cubicBezTo>
                <a:cubicBezTo>
                  <a:pt x="996543" y="245062"/>
                  <a:pt x="993710" y="257811"/>
                  <a:pt x="988044" y="269143"/>
                </a:cubicBezTo>
                <a:cubicBezTo>
                  <a:pt x="982377" y="280476"/>
                  <a:pt x="973878" y="291808"/>
                  <a:pt x="962546" y="300307"/>
                </a:cubicBezTo>
                <a:cubicBezTo>
                  <a:pt x="951213" y="308807"/>
                  <a:pt x="938465" y="315889"/>
                  <a:pt x="924299" y="320139"/>
                </a:cubicBezTo>
                <a:cubicBezTo>
                  <a:pt x="908717" y="322972"/>
                  <a:pt x="891719" y="324389"/>
                  <a:pt x="874720" y="324389"/>
                </a:cubicBezTo>
                <a:cubicBezTo>
                  <a:pt x="856305" y="324389"/>
                  <a:pt x="839307" y="322972"/>
                  <a:pt x="820891" y="318722"/>
                </a:cubicBezTo>
                <a:cubicBezTo>
                  <a:pt x="803893" y="314473"/>
                  <a:pt x="789727" y="310223"/>
                  <a:pt x="781228" y="304557"/>
                </a:cubicBezTo>
                <a:cubicBezTo>
                  <a:pt x="775562" y="301724"/>
                  <a:pt x="772729" y="297474"/>
                  <a:pt x="771312" y="294641"/>
                </a:cubicBezTo>
                <a:cubicBezTo>
                  <a:pt x="769896" y="291808"/>
                  <a:pt x="769896" y="287558"/>
                  <a:pt x="769896" y="284725"/>
                </a:cubicBezTo>
                <a:lnTo>
                  <a:pt x="769896" y="267727"/>
                </a:lnTo>
                <a:cubicBezTo>
                  <a:pt x="769896" y="260644"/>
                  <a:pt x="772729" y="256395"/>
                  <a:pt x="778395" y="256395"/>
                </a:cubicBezTo>
                <a:cubicBezTo>
                  <a:pt x="779812" y="256395"/>
                  <a:pt x="782645" y="256395"/>
                  <a:pt x="784061" y="257811"/>
                </a:cubicBezTo>
                <a:cubicBezTo>
                  <a:pt x="786894" y="259228"/>
                  <a:pt x="789727" y="259228"/>
                  <a:pt x="792561" y="262061"/>
                </a:cubicBezTo>
                <a:cubicBezTo>
                  <a:pt x="803893" y="267727"/>
                  <a:pt x="816642" y="271976"/>
                  <a:pt x="830807" y="274810"/>
                </a:cubicBezTo>
                <a:cubicBezTo>
                  <a:pt x="844973" y="277643"/>
                  <a:pt x="857722" y="279059"/>
                  <a:pt x="871887" y="279059"/>
                </a:cubicBezTo>
                <a:cubicBezTo>
                  <a:pt x="893135" y="279059"/>
                  <a:pt x="910134" y="274810"/>
                  <a:pt x="922883" y="267727"/>
                </a:cubicBezTo>
                <a:cubicBezTo>
                  <a:pt x="934215" y="260644"/>
                  <a:pt x="941298" y="249312"/>
                  <a:pt x="941298" y="235146"/>
                </a:cubicBezTo>
                <a:cubicBezTo>
                  <a:pt x="941298" y="225231"/>
                  <a:pt x="938465" y="216731"/>
                  <a:pt x="931382" y="211065"/>
                </a:cubicBezTo>
                <a:cubicBezTo>
                  <a:pt x="925716" y="203982"/>
                  <a:pt x="912967" y="198316"/>
                  <a:pt x="895968" y="192650"/>
                </a:cubicBezTo>
                <a:lnTo>
                  <a:pt x="846389" y="177068"/>
                </a:lnTo>
                <a:cubicBezTo>
                  <a:pt x="820891" y="168569"/>
                  <a:pt x="802476" y="157236"/>
                  <a:pt x="791144" y="141654"/>
                </a:cubicBezTo>
                <a:cubicBezTo>
                  <a:pt x="779812" y="126072"/>
                  <a:pt x="774145" y="109074"/>
                  <a:pt x="774145" y="92075"/>
                </a:cubicBezTo>
                <a:cubicBezTo>
                  <a:pt x="774145" y="77910"/>
                  <a:pt x="776979" y="65161"/>
                  <a:pt x="784061" y="53829"/>
                </a:cubicBezTo>
                <a:cubicBezTo>
                  <a:pt x="789727" y="42496"/>
                  <a:pt x="798227" y="32581"/>
                  <a:pt x="808143" y="25498"/>
                </a:cubicBezTo>
                <a:cubicBezTo>
                  <a:pt x="818058" y="16999"/>
                  <a:pt x="830807" y="11332"/>
                  <a:pt x="843556" y="7083"/>
                </a:cubicBezTo>
                <a:cubicBezTo>
                  <a:pt x="857722" y="2833"/>
                  <a:pt x="871887" y="1417"/>
                  <a:pt x="887469" y="1417"/>
                </a:cubicBezTo>
                <a:close/>
                <a:moveTo>
                  <a:pt x="176363" y="0"/>
                </a:moveTo>
                <a:cubicBezTo>
                  <a:pt x="217443" y="0"/>
                  <a:pt x="247190" y="9916"/>
                  <a:pt x="267022" y="28331"/>
                </a:cubicBezTo>
                <a:cubicBezTo>
                  <a:pt x="286854" y="46746"/>
                  <a:pt x="295353" y="75077"/>
                  <a:pt x="295353" y="113324"/>
                </a:cubicBezTo>
                <a:lnTo>
                  <a:pt x="295353" y="225231"/>
                </a:lnTo>
                <a:lnTo>
                  <a:pt x="293936" y="225231"/>
                </a:lnTo>
                <a:cubicBezTo>
                  <a:pt x="293936" y="237979"/>
                  <a:pt x="295353" y="247895"/>
                  <a:pt x="298186" y="256395"/>
                </a:cubicBezTo>
                <a:cubicBezTo>
                  <a:pt x="301019" y="263477"/>
                  <a:pt x="303852" y="271976"/>
                  <a:pt x="309518" y="280476"/>
                </a:cubicBezTo>
                <a:cubicBezTo>
                  <a:pt x="310935" y="283309"/>
                  <a:pt x="312351" y="286142"/>
                  <a:pt x="312351" y="288975"/>
                </a:cubicBezTo>
                <a:cubicBezTo>
                  <a:pt x="312351" y="293225"/>
                  <a:pt x="309518" y="296058"/>
                  <a:pt x="305269" y="298891"/>
                </a:cubicBezTo>
                <a:lnTo>
                  <a:pt x="284020" y="313056"/>
                </a:lnTo>
                <a:cubicBezTo>
                  <a:pt x="281187" y="314473"/>
                  <a:pt x="278354" y="315889"/>
                  <a:pt x="275521" y="315889"/>
                </a:cubicBezTo>
                <a:cubicBezTo>
                  <a:pt x="271272" y="315889"/>
                  <a:pt x="268438" y="314473"/>
                  <a:pt x="265605" y="311640"/>
                </a:cubicBezTo>
                <a:cubicBezTo>
                  <a:pt x="261356" y="307390"/>
                  <a:pt x="257106" y="301724"/>
                  <a:pt x="252856" y="296058"/>
                </a:cubicBezTo>
                <a:cubicBezTo>
                  <a:pt x="250023" y="290392"/>
                  <a:pt x="245774" y="283309"/>
                  <a:pt x="242941" y="276226"/>
                </a:cubicBezTo>
                <a:cubicBezTo>
                  <a:pt x="216026" y="307390"/>
                  <a:pt x="182029" y="324389"/>
                  <a:pt x="140949" y="324389"/>
                </a:cubicBezTo>
                <a:cubicBezTo>
                  <a:pt x="112619" y="324389"/>
                  <a:pt x="88537" y="315889"/>
                  <a:pt x="71539" y="300307"/>
                </a:cubicBezTo>
                <a:cubicBezTo>
                  <a:pt x="54540" y="283309"/>
                  <a:pt x="46041" y="262061"/>
                  <a:pt x="46041" y="233730"/>
                </a:cubicBezTo>
                <a:cubicBezTo>
                  <a:pt x="46041" y="203982"/>
                  <a:pt x="55957" y="181318"/>
                  <a:pt x="77205" y="162903"/>
                </a:cubicBezTo>
                <a:cubicBezTo>
                  <a:pt x="98453" y="144488"/>
                  <a:pt x="126784" y="135988"/>
                  <a:pt x="162198" y="135988"/>
                </a:cubicBezTo>
                <a:cubicBezTo>
                  <a:pt x="173530" y="135988"/>
                  <a:pt x="186279" y="137405"/>
                  <a:pt x="199028" y="138821"/>
                </a:cubicBezTo>
                <a:cubicBezTo>
                  <a:pt x="211777" y="140238"/>
                  <a:pt x="224526" y="143071"/>
                  <a:pt x="238691" y="145904"/>
                </a:cubicBezTo>
                <a:lnTo>
                  <a:pt x="238691" y="120406"/>
                </a:lnTo>
                <a:cubicBezTo>
                  <a:pt x="238691" y="94909"/>
                  <a:pt x="233025" y="75077"/>
                  <a:pt x="221692" y="65161"/>
                </a:cubicBezTo>
                <a:cubicBezTo>
                  <a:pt x="210360" y="53829"/>
                  <a:pt x="191945" y="49579"/>
                  <a:pt x="165031" y="49579"/>
                </a:cubicBezTo>
                <a:cubicBezTo>
                  <a:pt x="152282" y="49579"/>
                  <a:pt x="140949" y="50996"/>
                  <a:pt x="128201" y="53829"/>
                </a:cubicBezTo>
                <a:cubicBezTo>
                  <a:pt x="115452" y="56662"/>
                  <a:pt x="102703" y="60911"/>
                  <a:pt x="91370" y="65161"/>
                </a:cubicBezTo>
                <a:cubicBezTo>
                  <a:pt x="85704" y="67994"/>
                  <a:pt x="81455" y="69411"/>
                  <a:pt x="78622" y="69411"/>
                </a:cubicBezTo>
                <a:cubicBezTo>
                  <a:pt x="75788" y="69411"/>
                  <a:pt x="74372" y="70827"/>
                  <a:pt x="72955" y="70827"/>
                </a:cubicBezTo>
                <a:cubicBezTo>
                  <a:pt x="68706" y="70827"/>
                  <a:pt x="65873" y="66578"/>
                  <a:pt x="65873" y="59495"/>
                </a:cubicBezTo>
                <a:lnTo>
                  <a:pt x="65873" y="42496"/>
                </a:lnTo>
                <a:cubicBezTo>
                  <a:pt x="65873" y="36830"/>
                  <a:pt x="67289" y="32581"/>
                  <a:pt x="68706" y="29747"/>
                </a:cubicBezTo>
                <a:cubicBezTo>
                  <a:pt x="70122" y="26914"/>
                  <a:pt x="72955" y="25498"/>
                  <a:pt x="78622" y="22665"/>
                </a:cubicBezTo>
                <a:cubicBezTo>
                  <a:pt x="91370" y="16999"/>
                  <a:pt x="105536" y="11332"/>
                  <a:pt x="122534" y="7083"/>
                </a:cubicBezTo>
                <a:cubicBezTo>
                  <a:pt x="139533" y="2833"/>
                  <a:pt x="157948" y="0"/>
                  <a:pt x="176363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+mj-lt"/>
          <a:ea typeface="Century Gothic"/>
          <a:cs typeface="Century Gothic"/>
          <a:sym typeface="Century Gothic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+mn-lt"/>
          <a:ea typeface="Century Gothic"/>
          <a:cs typeface="Century Gothic"/>
          <a:sym typeface="Century Gothic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AmazonRDS/latest/PostgreSQLReleaseNotes/postgresql-release-calendar.html" TargetMode="External"/><Relationship Id="rId7" Type="http://schemas.openxmlformats.org/officeDocument/2006/relationships/hyperlink" Target="https://docs.aws.amazon.com/AmazonRDS/latest/AuroraMySQLReleaseNotes/AuroraMySQL.release-calendars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aws.amazon.com/AmazonRDS/latest/AuroraPostgreSQLReleaseNotes/aurorapostgresql-release-calendar.html" TargetMode="External"/><Relationship Id="rId5" Type="http://schemas.openxmlformats.org/officeDocument/2006/relationships/hyperlink" Target="https://docs.aws.amazon.com/AmazonRDS/latest/UserGuide/MariaDB.Concepts.VersionMgmt.html" TargetMode="External"/><Relationship Id="rId4" Type="http://schemas.openxmlformats.org/officeDocument/2006/relationships/hyperlink" Target="https://docs.aws.amazon.com/AmazonRDS/latest/UserGuide/MySQL.Concepts.VersionMgmt.html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0830" y="1941677"/>
            <a:ext cx="8718497" cy="1625060"/>
          </a:xfrm>
        </p:spPr>
        <p:txBody>
          <a:bodyPr/>
          <a:lstStyle/>
          <a:p>
            <a:pPr algn="l"/>
            <a:r>
              <a:rPr lang="en-US" sz="4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and the Open Source</a:t>
            </a:r>
            <a:br>
              <a:rPr lang="en-US" sz="4800" dirty="0"/>
            </a:br>
            <a:r>
              <a:rPr lang="en-US" sz="4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Community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Madelyn Olson</a:t>
            </a:r>
          </a:p>
          <a:p>
            <a:r>
              <a:rPr lang="en-US" dirty="0"/>
              <a:t>Principal Engineer</a:t>
            </a:r>
          </a:p>
          <a:p>
            <a:r>
              <a:rPr lang="en-US" dirty="0"/>
              <a:t>AWS</a:t>
            </a:r>
          </a:p>
        </p:txBody>
      </p:sp>
    </p:spTree>
    <p:extLst>
      <p:ext uri="{BB962C8B-B14F-4D97-AF65-F5344CB8AC3E}">
        <p14:creationId xmlns:p14="http://schemas.microsoft.com/office/powerpoint/2010/main" val="384984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D275B-F2E8-9E05-0D6F-201EA42C1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FB9B8-DD0D-7BF9-3FAF-87B19CA4C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600" y="2901920"/>
            <a:ext cx="11062800" cy="1054160"/>
          </a:xfrm>
        </p:spPr>
        <p:txBody>
          <a:bodyPr/>
          <a:lstStyle/>
          <a:p>
            <a:pPr marL="10668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</a:pPr>
            <a:r>
              <a:rPr lang="en-US" sz="30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customers love running open source databases on AWS.</a:t>
            </a:r>
            <a:endParaRPr sz="3000" b="1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209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0C687-89F6-B322-A4E9-581B63D6A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6D1BD-A27A-59D2-1222-CF2064ABF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600" y="2901920"/>
            <a:ext cx="11062800" cy="1054160"/>
          </a:xfrm>
        </p:spPr>
        <p:txBody>
          <a:bodyPr/>
          <a:lstStyle/>
          <a:p>
            <a:pPr marL="106680" indent="0" algn="ctr">
              <a:buClr>
                <a:schemeClr val="accent1"/>
              </a:buClr>
              <a:buSzPts val="1920"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We contribute upstream to support our customers.</a:t>
            </a:r>
          </a:p>
        </p:txBody>
      </p:sp>
    </p:spTree>
    <p:extLst>
      <p:ext uri="{BB962C8B-B14F-4D97-AF65-F5344CB8AC3E}">
        <p14:creationId xmlns:p14="http://schemas.microsoft.com/office/powerpoint/2010/main" val="2176792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PostgreSQL </a:t>
            </a:r>
            <a:r>
              <a:rPr lang="en-US" dirty="0"/>
              <a:t>Contributions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350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r>
              <a:rPr lang="en-US" sz="2400" b="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Vacuum performance improvements </a:t>
            </a:r>
            <a:r>
              <a:rPr sz="2400" b="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(PG 17)</a:t>
            </a:r>
            <a:endParaRPr lang="en-US" sz="2400" b="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350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endParaRPr sz="2400" b="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350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Reduce replication overhead after upgrade (PG 17)</a:t>
            </a:r>
            <a:endParaRPr lang="en-US" sz="2400" b="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350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endParaRPr sz="2400" b="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350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r>
              <a:rPr sz="2400" b="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Autovacuum worker config changes no longer require restart (PG 18)</a:t>
            </a:r>
            <a:endParaRPr lang="en-US" sz="2400" b="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350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endParaRPr sz="2400" b="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350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r>
              <a:rPr sz="2400" b="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Radix-based sorts for better performance (PG 19)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15269-CC0D-7613-1069-40BD57407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71C37-6D58-47DE-1C9B-DE72ABCD4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PostgreSQL </a:t>
            </a:r>
            <a:r>
              <a:rPr lang="en-US" dirty="0"/>
              <a:t>Contributions</a:t>
            </a:r>
            <a:endParaRPr dirty="0"/>
          </a:p>
        </p:txBody>
      </p:sp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4E43796C-85B2-DCF2-4885-4D9BEE174C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2106789"/>
              </p:ext>
            </p:extLst>
          </p:nvPr>
        </p:nvGraphicFramePr>
        <p:xfrm>
          <a:off x="1150527" y="1149688"/>
          <a:ext cx="9890946" cy="50553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40845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MariaDB </a:t>
            </a:r>
            <a:r>
              <a:rPr lang="en-US" dirty="0"/>
              <a:t>Contributions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-350520">
              <a:buClr>
                <a:schemeClr val="accent1"/>
              </a:buClr>
              <a:buSzPts val="1920"/>
              <a:buFont typeface="Play"/>
              <a:buChar char="►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Vector search performance — 5× faster inserts, 73% less storage (MariaDB 11.8)</a:t>
            </a:r>
          </a:p>
          <a:p>
            <a:pPr marL="106680" lvl="0" indent="0">
              <a:buClr>
                <a:schemeClr val="accent1"/>
              </a:buClr>
              <a:buSzPts val="1920"/>
            </a:pPr>
            <a:endParaRPr sz="2400" b="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350520">
              <a:buClr>
                <a:schemeClr val="accent1"/>
              </a:buClr>
              <a:buSzPts val="1920"/>
              <a:buFont typeface="Play"/>
              <a:buChar char="►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Storage-full conditions no longer corrupt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binlogs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or break replication (MariaDB 11.8.6)</a:t>
            </a:r>
          </a:p>
          <a:p>
            <a:pPr marL="106680" lvl="0" indent="0">
              <a:buClr>
                <a:schemeClr val="accent1"/>
              </a:buClr>
              <a:buSzPts val="1920"/>
            </a:pPr>
            <a:endParaRPr lang="en-US" sz="2400" b="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350520">
              <a:buClr>
                <a:schemeClr val="accent1"/>
              </a:buClr>
              <a:buSzPts val="1920"/>
              <a:buFont typeface="Play"/>
              <a:buChar char="►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Audit plugin security hardening — closes logging-bypass flaw (MariaDB 11.8.6)</a:t>
            </a:r>
            <a:endParaRPr lang="en-US" sz="2400" b="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MySQL </a:t>
            </a:r>
            <a:r>
              <a:rPr lang="en-US" dirty="0"/>
              <a:t>Contributions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-350520">
              <a:buClr>
                <a:schemeClr val="accent1"/>
              </a:buClr>
              <a:buSzPts val="1920"/>
              <a:buFont typeface="Play"/>
              <a:buChar char="►"/>
            </a:pPr>
            <a:r>
              <a:rPr lang="en-US" dirty="0"/>
              <a:t>Upgrades no longer exhaust memory on databases with huge table counts</a:t>
            </a:r>
          </a:p>
          <a:p>
            <a:pPr indent="-350520">
              <a:buClr>
                <a:schemeClr val="accent1"/>
              </a:buClr>
              <a:buSzPts val="1920"/>
              <a:buFont typeface="Play"/>
              <a:buChar char="►"/>
            </a:pPr>
            <a:endParaRPr sz="2400" b="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350520">
              <a:buClr>
                <a:schemeClr val="accent1"/>
              </a:buClr>
              <a:buSzPts val="1920"/>
              <a:buFont typeface="Play"/>
              <a:buChar char="►"/>
            </a:pPr>
            <a:r>
              <a:rPr lang="en-US" dirty="0"/>
              <a:t>Background histogram updates stop flooding the error log with stale errors </a:t>
            </a:r>
            <a:endParaRPr lang="en-US" sz="2400" b="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350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endParaRPr lang="en-US" sz="2400" b="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350520">
              <a:buClr>
                <a:schemeClr val="accent1"/>
              </a:buClr>
              <a:buSzPts val="1920"/>
              <a:buFont typeface="Play"/>
              <a:buChar char="►"/>
            </a:pPr>
            <a:r>
              <a:rPr lang="en-US" dirty="0"/>
              <a:t>Correct partition pruning when a non-key column gets a function/default value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668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</a:pPr>
            <a:endParaRPr lang="en-US" sz="2400" b="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299E6-FC69-AD39-593E-D0D122ABE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57656-0436-3032-1C25-FD004E152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MariaDB and MySQL contributions</a:t>
            </a:r>
            <a:endParaRPr dirty="0"/>
          </a:p>
        </p:txBody>
      </p:sp>
      <p:graphicFrame>
        <p:nvGraphicFramePr>
          <p:cNvPr id="4" name="Chart 1">
            <a:extLst>
              <a:ext uri="{FF2B5EF4-FFF2-40B4-BE49-F238E27FC236}">
                <a16:creationId xmlns:a16="http://schemas.microsoft.com/office/drawing/2014/main" id="{576EC5CA-6660-A854-4B66-CED7DF712F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7502254"/>
              </p:ext>
            </p:extLst>
          </p:nvPr>
        </p:nvGraphicFramePr>
        <p:xfrm>
          <a:off x="1571637" y="1153639"/>
          <a:ext cx="8856414" cy="4935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62238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2857C-AA4B-8743-2CC7-618DB00AF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8F382F-23AA-6040-95B7-01EA6768B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830" y="2616470"/>
            <a:ext cx="8718497" cy="1625060"/>
          </a:xfrm>
        </p:spPr>
        <p:txBody>
          <a:bodyPr/>
          <a:lstStyle/>
          <a:p>
            <a:r>
              <a:rPr lang="en-US" sz="4800" dirty="0"/>
              <a:t>Amazon Aurora MySQL 8.4
Generally Available</a:t>
            </a:r>
          </a:p>
        </p:txBody>
      </p:sp>
    </p:spTree>
    <p:extLst>
      <p:ext uri="{BB962C8B-B14F-4D97-AF65-F5344CB8AC3E}">
        <p14:creationId xmlns:p14="http://schemas.microsoft.com/office/powerpoint/2010/main" val="2891888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Aurora MySQL Release Objectives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94EF1A-BD39-CDB0-7D4C-5655C04B3D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212050"/>
              </p:ext>
            </p:extLst>
          </p:nvPr>
        </p:nvGraphicFramePr>
        <p:xfrm>
          <a:off x="1508184" y="1120568"/>
          <a:ext cx="9265632" cy="4606501"/>
        </p:xfrm>
        <a:graphic>
          <a:graphicData uri="http://schemas.openxmlformats.org/drawingml/2006/table">
            <a:tbl>
              <a:tblPr/>
              <a:tblGrid>
                <a:gridCol w="3088544">
                  <a:extLst>
                    <a:ext uri="{9D8B030D-6E8A-4147-A177-3AD203B41FA5}">
                      <a16:colId xmlns:a16="http://schemas.microsoft.com/office/drawing/2014/main" val="2476270540"/>
                    </a:ext>
                  </a:extLst>
                </a:gridCol>
                <a:gridCol w="3088544">
                  <a:extLst>
                    <a:ext uri="{9D8B030D-6E8A-4147-A177-3AD203B41FA5}">
                      <a16:colId xmlns:a16="http://schemas.microsoft.com/office/drawing/2014/main" val="886671228"/>
                    </a:ext>
                  </a:extLst>
                </a:gridCol>
                <a:gridCol w="3088544">
                  <a:extLst>
                    <a:ext uri="{9D8B030D-6E8A-4147-A177-3AD203B41FA5}">
                      <a16:colId xmlns:a16="http://schemas.microsoft.com/office/drawing/2014/main" val="839059307"/>
                    </a:ext>
                  </a:extLst>
                </a:gridCol>
              </a:tblGrid>
              <a:tr h="272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>
                          <a:solidFill>
                            <a:srgbClr val="FFFFFF"/>
                          </a:solidFill>
                          <a:effectLst/>
                          <a:latin typeface="AmazonEmberBold" panose="020B0603020204020204" pitchFamily="34" charset="0"/>
                        </a:rPr>
                        <a:t>Database engine</a:t>
                      </a:r>
                      <a:endParaRPr lang="en-US" sz="1000">
                        <a:effectLst/>
                      </a:endParaRP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>
                          <a:solidFill>
                            <a:srgbClr val="FFFFFF"/>
                          </a:solidFill>
                          <a:effectLst/>
                          <a:latin typeface="AmazonEmberBold" panose="020B0603020204020204" pitchFamily="34" charset="0"/>
                        </a:rPr>
                        <a:t>Release type</a:t>
                      </a:r>
                      <a:endParaRPr lang="en-US" sz="1000">
                        <a:effectLst/>
                      </a:endParaRP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>
                          <a:solidFill>
                            <a:srgbClr val="FFFFFF"/>
                          </a:solidFill>
                          <a:effectLst/>
                          <a:latin typeface="AmazonEmberBold" panose="020B0603020204020204" pitchFamily="34" charset="0"/>
                        </a:rPr>
                        <a:t>Timeline</a:t>
                      </a:r>
                      <a:endParaRPr lang="en-US" sz="1000">
                        <a:effectLst/>
                      </a:endParaRP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838031"/>
                  </a:ext>
                </a:extLst>
              </a:tr>
              <a:tr h="311307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u="sng">
                          <a:solidFill>
                            <a:srgbClr val="0972D3"/>
                          </a:solidFill>
                          <a:effectLst/>
                          <a:latin typeface="AmazonEmberBold" panose="020B0603020204020204" pitchFamily="34" charset="0"/>
                          <a:hlinkClick r:id="rId3"/>
                        </a:rPr>
                        <a:t>RDS for PostgreSQL</a:t>
                      </a:r>
                      <a:endParaRPr lang="en-US" sz="1000">
                        <a:effectLst/>
                      </a:endParaRP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232F3E"/>
                          </a:solidFill>
                          <a:effectLst/>
                        </a:rPr>
                        <a:t>Minor versions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232F3E"/>
                          </a:solidFill>
                          <a:effectLst/>
                        </a:rPr>
                        <a:t>Within 7 days of community release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514321"/>
                  </a:ext>
                </a:extLst>
              </a:tr>
              <a:tr h="348369">
                <a:tc v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232F3E"/>
                          </a:solidFill>
                          <a:effectLst/>
                        </a:rPr>
                        <a:t>Major versions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232F3E"/>
                          </a:solidFill>
                          <a:effectLst/>
                        </a:rPr>
                        <a:t>Within 30 days of the community </a:t>
                      </a:r>
                      <a:r>
                        <a:rPr lang="en-US" sz="1000">
                          <a:solidFill>
                            <a:srgbClr val="C0392B"/>
                          </a:solidFill>
                          <a:effectLst/>
                          <a:latin typeface="Consolas" panose="020B0609020204030204" pitchFamily="49" charset="0"/>
                        </a:rPr>
                        <a:t>&lt;major&gt;.1</a:t>
                      </a:r>
                      <a:r>
                        <a:rPr lang="en-US" sz="1000">
                          <a:solidFill>
                            <a:srgbClr val="232F3E"/>
                          </a:solidFill>
                          <a:effectLst/>
                        </a:rPr>
                        <a:t> release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2995903"/>
                  </a:ext>
                </a:extLst>
              </a:tr>
              <a:tr h="311307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u="sng">
                          <a:solidFill>
                            <a:srgbClr val="0972D3"/>
                          </a:solidFill>
                          <a:effectLst/>
                          <a:latin typeface="AmazonEmberBold" panose="020B0603020204020204" pitchFamily="34" charset="0"/>
                          <a:hlinkClick r:id="rId4"/>
                        </a:rPr>
                        <a:t>RDS for MySQL</a:t>
                      </a:r>
                      <a:endParaRPr lang="en-US" sz="1000">
                        <a:effectLst/>
                      </a:endParaRP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232F3E"/>
                          </a:solidFill>
                          <a:effectLst/>
                        </a:rPr>
                        <a:t>Minor versions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rgbClr val="232F3E"/>
                          </a:solidFill>
                          <a:effectLst/>
                        </a:rPr>
                        <a:t>Within 30 days of community release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7061367"/>
                  </a:ext>
                </a:extLst>
              </a:tr>
              <a:tr h="495984">
                <a:tc v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232F3E"/>
                          </a:solidFill>
                          <a:effectLst/>
                        </a:rPr>
                        <a:t>Major versions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232F3E"/>
                          </a:solidFill>
                          <a:effectLst/>
                        </a:rPr>
                        <a:t>Within 6 months of community </a:t>
                      </a:r>
                      <a:r>
                        <a:rPr lang="en-US" sz="1000">
                          <a:solidFill>
                            <a:srgbClr val="C0392B"/>
                          </a:solidFill>
                          <a:effectLst/>
                          <a:latin typeface="Consolas" panose="020B0609020204030204" pitchFamily="49" charset="0"/>
                        </a:rPr>
                        <a:t>&lt;major&gt;.1</a:t>
                      </a:r>
                      <a:r>
                        <a:rPr lang="en-US" sz="1000">
                          <a:solidFill>
                            <a:srgbClr val="232F3E"/>
                          </a:solidFill>
                          <a:effectLst/>
                        </a:rPr>
                        <a:t> release (Oracle MySQL LTS majors)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6231658"/>
                  </a:ext>
                </a:extLst>
              </a:tr>
              <a:tr h="311307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u="sng">
                          <a:solidFill>
                            <a:srgbClr val="0972D3"/>
                          </a:solidFill>
                          <a:effectLst/>
                          <a:latin typeface="AmazonEmberBold" panose="020B0603020204020204" pitchFamily="34" charset="0"/>
                          <a:hlinkClick r:id="rId5"/>
                        </a:rPr>
                        <a:t>RDS for MariaDB</a:t>
                      </a:r>
                      <a:endParaRPr lang="en-US" sz="1000">
                        <a:effectLst/>
                      </a:endParaRP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232F3E"/>
                          </a:solidFill>
                          <a:effectLst/>
                        </a:rPr>
                        <a:t>Minor versions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232F3E"/>
                          </a:solidFill>
                          <a:effectLst/>
                        </a:rPr>
                        <a:t>Within 30 days of community release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669"/>
                  </a:ext>
                </a:extLst>
              </a:tr>
              <a:tr h="427350">
                <a:tc v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232F3E"/>
                          </a:solidFill>
                          <a:effectLst/>
                        </a:rPr>
                        <a:t>Major versions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232F3E"/>
                          </a:solidFill>
                          <a:effectLst/>
                        </a:rPr>
                        <a:t>Within 3 months of community’s first patch release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316490"/>
                  </a:ext>
                </a:extLst>
              </a:tr>
              <a:tr h="311307">
                <a:tc row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u="sng">
                          <a:solidFill>
                            <a:srgbClr val="0972D3"/>
                          </a:solidFill>
                          <a:effectLst/>
                          <a:latin typeface="AmazonEmberBold" panose="020B0603020204020204" pitchFamily="34" charset="0"/>
                          <a:hlinkClick r:id="rId6"/>
                        </a:rPr>
                        <a:t>Aurora PostgreSQL</a:t>
                      </a:r>
                      <a:endParaRPr lang="en-US" sz="1000">
                        <a:effectLst/>
                      </a:endParaRP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232F3E"/>
                          </a:solidFill>
                          <a:effectLst/>
                        </a:rPr>
                        <a:t>Minor versions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232F3E"/>
                          </a:solidFill>
                          <a:effectLst/>
                        </a:rPr>
                        <a:t>Within 3 months of community release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453650"/>
                  </a:ext>
                </a:extLst>
              </a:tr>
              <a:tr h="348369">
                <a:tc v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232F3E"/>
                          </a:solidFill>
                          <a:effectLst/>
                        </a:rPr>
                        <a:t>Major versions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232F3E"/>
                          </a:solidFill>
                          <a:effectLst/>
                        </a:rPr>
                        <a:t>Within 8 months of the community </a:t>
                      </a:r>
                      <a:r>
                        <a:rPr lang="en-US" sz="1000">
                          <a:solidFill>
                            <a:srgbClr val="C0392B"/>
                          </a:solidFill>
                          <a:effectLst/>
                          <a:latin typeface="Consolas" panose="020B0609020204030204" pitchFamily="49" charset="0"/>
                        </a:rPr>
                        <a:t>&lt;major&gt;.1</a:t>
                      </a:r>
                      <a:r>
                        <a:rPr lang="en-US" sz="1000">
                          <a:solidFill>
                            <a:srgbClr val="232F3E"/>
                          </a:solidFill>
                          <a:effectLst/>
                        </a:rPr>
                        <a:t> release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731266"/>
                  </a:ext>
                </a:extLst>
              </a:tr>
              <a:tr h="311307">
                <a:tc v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232F3E"/>
                          </a:solidFill>
                          <a:effectLst/>
                        </a:rPr>
                        <a:t>Aurora LTS per major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232F3E"/>
                          </a:solidFill>
                          <a:effectLst/>
                        </a:rPr>
                        <a:t>Within 12 months of Aurora major GA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901839"/>
                  </a:ext>
                </a:extLst>
              </a:tr>
              <a:tr h="311307">
                <a:tc row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u="sng" dirty="0">
                          <a:solidFill>
                            <a:srgbClr val="0972D3"/>
                          </a:solidFill>
                          <a:effectLst/>
                          <a:latin typeface="AmazonEmberBold" panose="020B0603020204020204" pitchFamily="34" charset="0"/>
                          <a:hlinkClick r:id="rId7"/>
                        </a:rPr>
                        <a:t>Aurora MySQL</a:t>
                      </a:r>
                      <a:endParaRPr lang="en-US" sz="1000" dirty="0">
                        <a:effectLst/>
                      </a:endParaRP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232F3E"/>
                          </a:solidFill>
                          <a:effectLst/>
                        </a:rPr>
                        <a:t>Minor versions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232F3E"/>
                          </a:solidFill>
                          <a:effectLst/>
                        </a:rPr>
                        <a:t>Within 3 months of community release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644873"/>
                  </a:ext>
                </a:extLst>
              </a:tr>
              <a:tr h="495984">
                <a:tc v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232F3E"/>
                          </a:solidFill>
                          <a:effectLst/>
                        </a:rPr>
                        <a:t>Major versions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232F3E"/>
                          </a:solidFill>
                          <a:effectLst/>
                        </a:rPr>
                        <a:t>Within 12 months of community </a:t>
                      </a:r>
                      <a:r>
                        <a:rPr lang="en-US" sz="1000">
                          <a:solidFill>
                            <a:srgbClr val="C0392B"/>
                          </a:solidFill>
                          <a:effectLst/>
                          <a:latin typeface="Consolas" panose="020B0609020204030204" pitchFamily="49" charset="0"/>
                        </a:rPr>
                        <a:t>&lt;major&gt;.1</a:t>
                      </a:r>
                      <a:r>
                        <a:rPr lang="en-US" sz="1000">
                          <a:solidFill>
                            <a:srgbClr val="232F3E"/>
                          </a:solidFill>
                          <a:effectLst/>
                        </a:rPr>
                        <a:t> release (Oracle MySQL LTS majors)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5862971"/>
                  </a:ext>
                </a:extLst>
              </a:tr>
              <a:tr h="311307">
                <a:tc v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232F3E"/>
                          </a:solidFill>
                          <a:effectLst/>
                        </a:rPr>
                        <a:t>Aurora LTS per major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rgbClr val="232F3E"/>
                          </a:solidFill>
                          <a:effectLst/>
                        </a:rPr>
                        <a:t>Within 12 months of Aurora major GA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00388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394FF7A-F98A-FBC8-9EB3-E421F998A4D3}"/>
              </a:ext>
            </a:extLst>
          </p:cNvPr>
          <p:cNvSpPr txBox="1"/>
          <p:nvPr/>
        </p:nvSpPr>
        <p:spPr>
          <a:xfrm>
            <a:off x="3044889" y="6004421"/>
            <a:ext cx="61022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aws.amazon.com</a:t>
            </a:r>
            <a:r>
              <a:rPr lang="en-US" dirty="0"/>
              <a:t>/blogs/database/knowing-when-new-open-source-database-engine-versions-release-on-amazon-aurora-and-amazon-rds/</a:t>
            </a:r>
          </a:p>
        </p:txBody>
      </p:sp>
    </p:spTree>
    <p:extLst>
      <p:ext uri="{BB962C8B-B14F-4D97-AF65-F5344CB8AC3E}">
        <p14:creationId xmlns:p14="http://schemas.microsoft.com/office/powerpoint/2010/main" val="1977489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/>
        </p:nvSpPr>
        <p:spPr>
          <a:xfrm>
            <a:off x="4420119" y="4222122"/>
            <a:ext cx="260163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Vendor Neutral</a:t>
            </a:r>
            <a:endParaRPr sz="1800" b="0" i="0" u="none" strike="noStrike" cap="none" dirty="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BSD-3 Licensed</a:t>
            </a:r>
            <a:endParaRPr sz="1800" b="0" i="0" u="none" strike="noStrike" cap="none" dirty="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17" name="Google Shape;117;p3" descr="Linux Foundation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1379" y="2598367"/>
            <a:ext cx="2479121" cy="83063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"/>
          <p:cNvSpPr txBox="1"/>
          <p:nvPr/>
        </p:nvSpPr>
        <p:spPr>
          <a:xfrm>
            <a:off x="609600" y="4222122"/>
            <a:ext cx="291043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Fully compatible with Redis OSS 7.2</a:t>
            </a:r>
            <a:endParaRPr sz="1800" b="0" i="0" u="none" strike="noStrike" cap="none" dirty="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7450232" y="4222122"/>
            <a:ext cx="385607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Built by contributors in the open source community</a:t>
            </a:r>
            <a:endParaRPr sz="1800" b="0" i="0" u="none" strike="noStrike" cap="none" dirty="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120" name="Google Shape;120;p3"/>
          <p:cNvGrpSpPr/>
          <p:nvPr/>
        </p:nvGrpSpPr>
        <p:grpSpPr>
          <a:xfrm>
            <a:off x="8371712" y="2186547"/>
            <a:ext cx="2015645" cy="1499587"/>
            <a:chOff x="10678656" y="2552721"/>
            <a:chExt cx="1091793" cy="812267"/>
          </a:xfrm>
        </p:grpSpPr>
        <p:sp>
          <p:nvSpPr>
            <p:cNvPr id="121" name="Google Shape;121;p3"/>
            <p:cNvSpPr/>
            <p:nvPr/>
          </p:nvSpPr>
          <p:spPr>
            <a:xfrm>
              <a:off x="11068876" y="2552721"/>
              <a:ext cx="344286" cy="674943"/>
            </a:xfrm>
            <a:custGeom>
              <a:avLst/>
              <a:gdLst/>
              <a:ahLst/>
              <a:cxnLst/>
              <a:rect l="l" t="t" r="r" b="b"/>
              <a:pathLst>
                <a:path w="344286" h="674943" extrusionOk="0">
                  <a:moveTo>
                    <a:pt x="0" y="155793"/>
                  </a:moveTo>
                  <a:cubicBezTo>
                    <a:pt x="21260" y="101615"/>
                    <a:pt x="69952" y="-3998"/>
                    <a:pt x="151562" y="117"/>
                  </a:cubicBezTo>
                  <a:cubicBezTo>
                    <a:pt x="210541" y="3546"/>
                    <a:pt x="268834" y="47437"/>
                    <a:pt x="317525" y="200370"/>
                  </a:cubicBezTo>
                  <a:cubicBezTo>
                    <a:pt x="351130" y="304612"/>
                    <a:pt x="362102" y="504866"/>
                    <a:pt x="296266" y="674944"/>
                  </a:cubicBezTo>
                </a:path>
              </a:pathLst>
            </a:custGeom>
            <a:noFill/>
            <a:ln w="13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60"/>
                <a:buFont typeface="Play"/>
                <a:buNone/>
              </a:pPr>
              <a:endParaRPr sz="216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11039387" y="3100792"/>
              <a:ext cx="285978" cy="264033"/>
            </a:xfrm>
            <a:custGeom>
              <a:avLst/>
              <a:gdLst/>
              <a:ahLst/>
              <a:cxnLst/>
              <a:rect l="l" t="t" r="r" b="b"/>
              <a:pathLst>
                <a:path w="285978" h="264033" extrusionOk="0">
                  <a:moveTo>
                    <a:pt x="285979" y="198196"/>
                  </a:moveTo>
                  <a:cubicBezTo>
                    <a:pt x="285979" y="198196"/>
                    <a:pt x="240030" y="264033"/>
                    <a:pt x="183109" y="264033"/>
                  </a:cubicBezTo>
                  <a:cubicBezTo>
                    <a:pt x="157048" y="264033"/>
                    <a:pt x="50063" y="253060"/>
                    <a:pt x="0" y="0"/>
                  </a:cubicBezTo>
                </a:path>
              </a:pathLst>
            </a:custGeom>
            <a:noFill/>
            <a:ln w="13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60"/>
                <a:buFont typeface="Play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11028067" y="2788067"/>
              <a:ext cx="17491" cy="231800"/>
            </a:xfrm>
            <a:custGeom>
              <a:avLst/>
              <a:gdLst/>
              <a:ahLst/>
              <a:cxnLst/>
              <a:rect l="l" t="t" r="r" b="b"/>
              <a:pathLst>
                <a:path w="17491" h="231800" extrusionOk="0">
                  <a:moveTo>
                    <a:pt x="17492" y="0"/>
                  </a:moveTo>
                  <a:cubicBezTo>
                    <a:pt x="17492" y="0"/>
                    <a:pt x="-6511" y="103556"/>
                    <a:pt x="1718" y="231800"/>
                  </a:cubicBezTo>
                </a:path>
              </a:pathLst>
            </a:custGeom>
            <a:noFill/>
            <a:ln w="13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60"/>
                <a:buFont typeface="Play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10928287" y="2685197"/>
              <a:ext cx="92583" cy="54864"/>
            </a:xfrm>
            <a:custGeom>
              <a:avLst/>
              <a:gdLst/>
              <a:ahLst/>
              <a:cxnLst/>
              <a:rect l="l" t="t" r="r" b="b"/>
              <a:pathLst>
                <a:path w="92583" h="54864" extrusionOk="0">
                  <a:moveTo>
                    <a:pt x="92583" y="54864"/>
                  </a:moveTo>
                  <a:cubicBezTo>
                    <a:pt x="67208" y="46634"/>
                    <a:pt x="26746" y="36347"/>
                    <a:pt x="0" y="0"/>
                  </a:cubicBezTo>
                </a:path>
              </a:pathLst>
            </a:custGeom>
            <a:noFill/>
            <a:ln w="13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60"/>
                <a:buFont typeface="Play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11098365" y="2744176"/>
              <a:ext cx="331241" cy="24333"/>
            </a:xfrm>
            <a:custGeom>
              <a:avLst/>
              <a:gdLst/>
              <a:ahLst/>
              <a:cxnLst/>
              <a:rect l="l" t="t" r="r" b="b"/>
              <a:pathLst>
                <a:path w="331241" h="24333" extrusionOk="0">
                  <a:moveTo>
                    <a:pt x="0" y="13030"/>
                  </a:moveTo>
                  <a:cubicBezTo>
                    <a:pt x="62408" y="20574"/>
                    <a:pt x="179680" y="39776"/>
                    <a:pt x="331241" y="0"/>
                  </a:cubicBezTo>
                </a:path>
              </a:pathLst>
            </a:custGeom>
            <a:noFill/>
            <a:ln w="13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60"/>
                <a:buFont typeface="Play"/>
                <a:buNone/>
              </a:pPr>
              <a:endParaRPr sz="216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11506416" y="2690684"/>
              <a:ext cx="25374" cy="24688"/>
            </a:xfrm>
            <a:custGeom>
              <a:avLst/>
              <a:gdLst/>
              <a:ahLst/>
              <a:cxnLst/>
              <a:rect l="l" t="t" r="r" b="b"/>
              <a:pathLst>
                <a:path w="25374" h="24688" extrusionOk="0">
                  <a:moveTo>
                    <a:pt x="0" y="24689"/>
                  </a:moveTo>
                  <a:cubicBezTo>
                    <a:pt x="0" y="24689"/>
                    <a:pt x="15088" y="17145"/>
                    <a:pt x="25375" y="0"/>
                  </a:cubicBezTo>
                </a:path>
              </a:pathLst>
            </a:custGeom>
            <a:noFill/>
            <a:ln w="13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60"/>
                <a:buFont typeface="Play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11330852" y="2958146"/>
              <a:ext cx="178308" cy="685"/>
            </a:xfrm>
            <a:custGeom>
              <a:avLst/>
              <a:gdLst/>
              <a:ahLst/>
              <a:cxnLst/>
              <a:rect l="l" t="t" r="r" b="b"/>
              <a:pathLst>
                <a:path w="178308" h="685" extrusionOk="0">
                  <a:moveTo>
                    <a:pt x="178308" y="0"/>
                  </a:moveTo>
                  <a:lnTo>
                    <a:pt x="0" y="686"/>
                  </a:lnTo>
                </a:path>
              </a:pathLst>
            </a:custGeom>
            <a:noFill/>
            <a:ln w="13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60"/>
                <a:buFont typeface="Play"/>
                <a:buNone/>
              </a:pPr>
              <a:endParaRPr sz="216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10938574" y="2959517"/>
              <a:ext cx="307238" cy="6858"/>
            </a:xfrm>
            <a:custGeom>
              <a:avLst/>
              <a:gdLst/>
              <a:ahLst/>
              <a:cxnLst/>
              <a:rect l="l" t="t" r="r" b="b"/>
              <a:pathLst>
                <a:path w="307238" h="6858" extrusionOk="0">
                  <a:moveTo>
                    <a:pt x="0" y="0"/>
                  </a:moveTo>
                  <a:lnTo>
                    <a:pt x="307238" y="0"/>
                  </a:lnTo>
                </a:path>
              </a:pathLst>
            </a:custGeom>
            <a:noFill/>
            <a:ln w="13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60"/>
                <a:buFont typeface="Play"/>
                <a:buNone/>
              </a:pPr>
              <a:endParaRPr sz="216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10970807" y="3159085"/>
              <a:ext cx="506120" cy="38404"/>
            </a:xfrm>
            <a:custGeom>
              <a:avLst/>
              <a:gdLst/>
              <a:ahLst/>
              <a:cxnLst/>
              <a:rect l="l" t="t" r="r" b="b"/>
              <a:pathLst>
                <a:path w="506120" h="38404" extrusionOk="0">
                  <a:moveTo>
                    <a:pt x="0" y="38405"/>
                  </a:moveTo>
                  <a:cubicBezTo>
                    <a:pt x="0" y="38405"/>
                    <a:pt x="84353" y="0"/>
                    <a:pt x="249631" y="0"/>
                  </a:cubicBezTo>
                  <a:cubicBezTo>
                    <a:pt x="314096" y="0"/>
                    <a:pt x="415595" y="3429"/>
                    <a:pt x="506120" y="37719"/>
                  </a:cubicBezTo>
                </a:path>
              </a:pathLst>
            </a:custGeom>
            <a:noFill/>
            <a:ln w="13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60"/>
                <a:buFont typeface="Play"/>
                <a:buNone/>
              </a:pPr>
              <a:endParaRPr sz="216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10951604" y="3251668"/>
              <a:ext cx="554812" cy="113320"/>
            </a:xfrm>
            <a:custGeom>
              <a:avLst/>
              <a:gdLst/>
              <a:ahLst/>
              <a:cxnLst/>
              <a:rect l="l" t="t" r="r" b="b"/>
              <a:pathLst>
                <a:path w="554812" h="113320" extrusionOk="0">
                  <a:moveTo>
                    <a:pt x="0" y="0"/>
                  </a:moveTo>
                  <a:cubicBezTo>
                    <a:pt x="0" y="0"/>
                    <a:pt x="86411" y="106985"/>
                    <a:pt x="271577" y="113157"/>
                  </a:cubicBezTo>
                  <a:cubicBezTo>
                    <a:pt x="347701" y="115900"/>
                    <a:pt x="476631" y="84353"/>
                    <a:pt x="554812" y="3429"/>
                  </a:cubicBezTo>
                </a:path>
              </a:pathLst>
            </a:custGeom>
            <a:noFill/>
            <a:ln w="13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60"/>
                <a:buFont typeface="Play"/>
                <a:buNone/>
              </a:pPr>
              <a:endParaRPr sz="216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10900169" y="2552762"/>
              <a:ext cx="659739" cy="167411"/>
            </a:xfrm>
            <a:custGeom>
              <a:avLst/>
              <a:gdLst/>
              <a:ahLst/>
              <a:cxnLst/>
              <a:rect l="l" t="t" r="r" b="b"/>
              <a:pathLst>
                <a:path w="659739" h="167411" extrusionOk="0">
                  <a:moveTo>
                    <a:pt x="0" y="167411"/>
                  </a:moveTo>
                  <a:cubicBezTo>
                    <a:pt x="0" y="167411"/>
                    <a:pt x="110414" y="4877"/>
                    <a:pt x="317525" y="76"/>
                  </a:cubicBezTo>
                  <a:cubicBezTo>
                    <a:pt x="393649" y="-1296"/>
                    <a:pt x="551383" y="14478"/>
                    <a:pt x="659740" y="162611"/>
                  </a:cubicBezTo>
                </a:path>
              </a:pathLst>
            </a:custGeom>
            <a:noFill/>
            <a:ln w="13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60"/>
                <a:buFont typeface="Play"/>
                <a:buNone/>
              </a:pPr>
              <a:endParaRPr sz="216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132" name="Google Shape;132;p3"/>
            <p:cNvGrpSpPr/>
            <p:nvPr/>
          </p:nvGrpSpPr>
          <p:grpSpPr>
            <a:xfrm>
              <a:off x="10996867" y="2697542"/>
              <a:ext cx="509549" cy="605561"/>
              <a:chOff x="10996867" y="2697542"/>
              <a:chExt cx="509549" cy="605561"/>
            </a:xfrm>
          </p:grpSpPr>
          <p:sp>
            <p:nvSpPr>
              <p:cNvPr id="133" name="Google Shape;133;p3"/>
              <p:cNvSpPr/>
              <p:nvPr/>
            </p:nvSpPr>
            <p:spPr>
              <a:xfrm>
                <a:off x="11019498" y="2712629"/>
                <a:ext cx="75438" cy="75438"/>
              </a:xfrm>
              <a:custGeom>
                <a:avLst/>
                <a:gdLst/>
                <a:ahLst/>
                <a:cxnLst/>
                <a:rect l="l" t="t" r="r" b="b"/>
                <a:pathLst>
                  <a:path w="75438" h="75438" extrusionOk="0">
                    <a:moveTo>
                      <a:pt x="75438" y="37719"/>
                    </a:moveTo>
                    <a:cubicBezTo>
                      <a:pt x="75438" y="58551"/>
                      <a:pt x="58551" y="75438"/>
                      <a:pt x="37719" y="75438"/>
                    </a:cubicBezTo>
                    <a:cubicBezTo>
                      <a:pt x="16887" y="75438"/>
                      <a:pt x="0" y="58551"/>
                      <a:pt x="0" y="37719"/>
                    </a:cubicBezTo>
                    <a:cubicBezTo>
                      <a:pt x="0" y="16887"/>
                      <a:pt x="16887" y="0"/>
                      <a:pt x="37719" y="0"/>
                    </a:cubicBezTo>
                    <a:cubicBezTo>
                      <a:pt x="58551" y="0"/>
                      <a:pt x="75438" y="16887"/>
                      <a:pt x="75438" y="37719"/>
                    </a:cubicBezTo>
                    <a:close/>
                  </a:path>
                </a:pathLst>
              </a:custGeom>
              <a:noFill/>
              <a:ln w="13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160"/>
                  <a:buFont typeface="Play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34" name="Google Shape;134;p3"/>
              <p:cNvSpPr/>
              <p:nvPr/>
            </p:nvSpPr>
            <p:spPr>
              <a:xfrm>
                <a:off x="10996867" y="3025354"/>
                <a:ext cx="75438" cy="75438"/>
              </a:xfrm>
              <a:custGeom>
                <a:avLst/>
                <a:gdLst/>
                <a:ahLst/>
                <a:cxnLst/>
                <a:rect l="l" t="t" r="r" b="b"/>
                <a:pathLst>
                  <a:path w="75438" h="75438" extrusionOk="0">
                    <a:moveTo>
                      <a:pt x="75438" y="37719"/>
                    </a:moveTo>
                    <a:cubicBezTo>
                      <a:pt x="75438" y="58551"/>
                      <a:pt x="58551" y="75438"/>
                      <a:pt x="37719" y="75438"/>
                    </a:cubicBezTo>
                    <a:cubicBezTo>
                      <a:pt x="16887" y="75438"/>
                      <a:pt x="0" y="58551"/>
                      <a:pt x="0" y="37719"/>
                    </a:cubicBezTo>
                    <a:cubicBezTo>
                      <a:pt x="0" y="16887"/>
                      <a:pt x="16887" y="0"/>
                      <a:pt x="37719" y="0"/>
                    </a:cubicBezTo>
                    <a:cubicBezTo>
                      <a:pt x="58551" y="0"/>
                      <a:pt x="75438" y="16887"/>
                      <a:pt x="75438" y="37719"/>
                    </a:cubicBezTo>
                    <a:close/>
                  </a:path>
                </a:pathLst>
              </a:custGeom>
              <a:noFill/>
              <a:ln w="13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160"/>
                  <a:buFont typeface="Play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35" name="Google Shape;135;p3"/>
              <p:cNvSpPr/>
              <p:nvPr/>
            </p:nvSpPr>
            <p:spPr>
              <a:xfrm>
                <a:off x="11309592" y="3227665"/>
                <a:ext cx="75438" cy="75438"/>
              </a:xfrm>
              <a:custGeom>
                <a:avLst/>
                <a:gdLst/>
                <a:ahLst/>
                <a:cxnLst/>
                <a:rect l="l" t="t" r="r" b="b"/>
                <a:pathLst>
                  <a:path w="75438" h="75438" extrusionOk="0">
                    <a:moveTo>
                      <a:pt x="75438" y="37719"/>
                    </a:moveTo>
                    <a:cubicBezTo>
                      <a:pt x="75438" y="58551"/>
                      <a:pt x="58551" y="75438"/>
                      <a:pt x="37719" y="75438"/>
                    </a:cubicBezTo>
                    <a:cubicBezTo>
                      <a:pt x="16887" y="75438"/>
                      <a:pt x="0" y="58551"/>
                      <a:pt x="0" y="37719"/>
                    </a:cubicBezTo>
                    <a:cubicBezTo>
                      <a:pt x="0" y="16887"/>
                      <a:pt x="16887" y="0"/>
                      <a:pt x="37719" y="0"/>
                    </a:cubicBezTo>
                    <a:cubicBezTo>
                      <a:pt x="58551" y="0"/>
                      <a:pt x="75438" y="16887"/>
                      <a:pt x="75438" y="37719"/>
                    </a:cubicBezTo>
                    <a:close/>
                  </a:path>
                </a:pathLst>
              </a:custGeom>
              <a:noFill/>
              <a:ln w="13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160"/>
                  <a:buFont typeface="Play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36" name="Google Shape;136;p3"/>
              <p:cNvSpPr/>
              <p:nvPr/>
            </p:nvSpPr>
            <p:spPr>
              <a:xfrm>
                <a:off x="11430978" y="2697542"/>
                <a:ext cx="75438" cy="75438"/>
              </a:xfrm>
              <a:custGeom>
                <a:avLst/>
                <a:gdLst/>
                <a:ahLst/>
                <a:cxnLst/>
                <a:rect l="l" t="t" r="r" b="b"/>
                <a:pathLst>
                  <a:path w="75438" h="75438" extrusionOk="0">
                    <a:moveTo>
                      <a:pt x="75438" y="37719"/>
                    </a:moveTo>
                    <a:cubicBezTo>
                      <a:pt x="75438" y="58551"/>
                      <a:pt x="58551" y="75438"/>
                      <a:pt x="37719" y="75438"/>
                    </a:cubicBezTo>
                    <a:cubicBezTo>
                      <a:pt x="16887" y="75438"/>
                      <a:pt x="0" y="58551"/>
                      <a:pt x="0" y="37719"/>
                    </a:cubicBezTo>
                    <a:cubicBezTo>
                      <a:pt x="0" y="16887"/>
                      <a:pt x="16887" y="0"/>
                      <a:pt x="37719" y="0"/>
                    </a:cubicBezTo>
                    <a:cubicBezTo>
                      <a:pt x="58551" y="0"/>
                      <a:pt x="75438" y="16887"/>
                      <a:pt x="75438" y="37719"/>
                    </a:cubicBezTo>
                    <a:close/>
                  </a:path>
                </a:pathLst>
              </a:custGeom>
              <a:noFill/>
              <a:ln w="13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160"/>
                  <a:buFont typeface="Play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37" name="Google Shape;137;p3"/>
              <p:cNvSpPr/>
              <p:nvPr/>
            </p:nvSpPr>
            <p:spPr>
              <a:xfrm>
                <a:off x="11249927" y="2922484"/>
                <a:ext cx="75438" cy="75438"/>
              </a:xfrm>
              <a:custGeom>
                <a:avLst/>
                <a:gdLst/>
                <a:ahLst/>
                <a:cxnLst/>
                <a:rect l="l" t="t" r="r" b="b"/>
                <a:pathLst>
                  <a:path w="75438" h="75438" extrusionOk="0">
                    <a:moveTo>
                      <a:pt x="75438" y="37719"/>
                    </a:moveTo>
                    <a:cubicBezTo>
                      <a:pt x="75438" y="58551"/>
                      <a:pt x="58551" y="75438"/>
                      <a:pt x="37719" y="75438"/>
                    </a:cubicBezTo>
                    <a:cubicBezTo>
                      <a:pt x="16887" y="75438"/>
                      <a:pt x="0" y="58551"/>
                      <a:pt x="0" y="37719"/>
                    </a:cubicBezTo>
                    <a:cubicBezTo>
                      <a:pt x="0" y="16887"/>
                      <a:pt x="16887" y="0"/>
                      <a:pt x="37719" y="0"/>
                    </a:cubicBezTo>
                    <a:cubicBezTo>
                      <a:pt x="58551" y="0"/>
                      <a:pt x="75438" y="16887"/>
                      <a:pt x="75438" y="37719"/>
                    </a:cubicBezTo>
                    <a:close/>
                  </a:path>
                </a:pathLst>
              </a:custGeom>
              <a:noFill/>
              <a:ln w="13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160"/>
                  <a:buFont typeface="Play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138" name="Google Shape;138;p3"/>
            <p:cNvSpPr/>
            <p:nvPr/>
          </p:nvSpPr>
          <p:spPr>
            <a:xfrm>
              <a:off x="10678656" y="3017125"/>
              <a:ext cx="219456" cy="219456"/>
            </a:xfrm>
            <a:custGeom>
              <a:avLst/>
              <a:gdLst/>
              <a:ahLst/>
              <a:cxnLst/>
              <a:rect l="l" t="t" r="r" b="b"/>
              <a:pathLst>
                <a:path w="219456" h="219456" extrusionOk="0">
                  <a:moveTo>
                    <a:pt x="205740" y="219456"/>
                  </a:moveTo>
                  <a:lnTo>
                    <a:pt x="13716" y="219456"/>
                  </a:lnTo>
                  <a:cubicBezTo>
                    <a:pt x="6172" y="219456"/>
                    <a:pt x="0" y="213284"/>
                    <a:pt x="0" y="205740"/>
                  </a:cubicBezTo>
                  <a:lnTo>
                    <a:pt x="0" y="13716"/>
                  </a:lnTo>
                  <a:cubicBezTo>
                    <a:pt x="0" y="6172"/>
                    <a:pt x="6172" y="0"/>
                    <a:pt x="13716" y="0"/>
                  </a:cubicBezTo>
                  <a:lnTo>
                    <a:pt x="205740" y="0"/>
                  </a:lnTo>
                  <a:cubicBezTo>
                    <a:pt x="213284" y="0"/>
                    <a:pt x="219456" y="6172"/>
                    <a:pt x="219456" y="13716"/>
                  </a:cubicBezTo>
                  <a:lnTo>
                    <a:pt x="219456" y="205740"/>
                  </a:lnTo>
                  <a:cubicBezTo>
                    <a:pt x="219456" y="213284"/>
                    <a:pt x="213284" y="219456"/>
                    <a:pt x="205740" y="219456"/>
                  </a:cubicBezTo>
                  <a:close/>
                </a:path>
              </a:pathLst>
            </a:custGeom>
            <a:noFill/>
            <a:ln w="13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60"/>
                <a:buFont typeface="Play"/>
                <a:buNone/>
              </a:pPr>
              <a:endParaRPr sz="216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10699916" y="2860076"/>
              <a:ext cx="175564" cy="118643"/>
            </a:xfrm>
            <a:custGeom>
              <a:avLst/>
              <a:gdLst/>
              <a:ahLst/>
              <a:cxnLst/>
              <a:rect l="l" t="t" r="r" b="b"/>
              <a:pathLst>
                <a:path w="175564" h="118643" extrusionOk="0">
                  <a:moveTo>
                    <a:pt x="175565" y="118643"/>
                  </a:moveTo>
                  <a:lnTo>
                    <a:pt x="175565" y="17831"/>
                  </a:lnTo>
                  <a:cubicBezTo>
                    <a:pt x="175565" y="8230"/>
                    <a:pt x="168021" y="0"/>
                    <a:pt x="157734" y="0"/>
                  </a:cubicBezTo>
                  <a:lnTo>
                    <a:pt x="17831" y="0"/>
                  </a:lnTo>
                  <a:cubicBezTo>
                    <a:pt x="8230" y="0"/>
                    <a:pt x="0" y="7544"/>
                    <a:pt x="0" y="17831"/>
                  </a:cubicBezTo>
                  <a:lnTo>
                    <a:pt x="0" y="118643"/>
                  </a:lnTo>
                </a:path>
              </a:pathLst>
            </a:custGeom>
            <a:noFill/>
            <a:ln w="13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60"/>
                <a:buFont typeface="Play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10720490" y="2740747"/>
              <a:ext cx="132359" cy="73380"/>
            </a:xfrm>
            <a:custGeom>
              <a:avLst/>
              <a:gdLst/>
              <a:ahLst/>
              <a:cxnLst/>
              <a:rect l="l" t="t" r="r" b="b"/>
              <a:pathLst>
                <a:path w="132359" h="73380" extrusionOk="0">
                  <a:moveTo>
                    <a:pt x="132359" y="73381"/>
                  </a:moveTo>
                  <a:lnTo>
                    <a:pt x="132359" y="17831"/>
                  </a:lnTo>
                  <a:cubicBezTo>
                    <a:pt x="132359" y="8230"/>
                    <a:pt x="124816" y="0"/>
                    <a:pt x="114529" y="0"/>
                  </a:cubicBezTo>
                  <a:lnTo>
                    <a:pt x="17831" y="0"/>
                  </a:lnTo>
                  <a:cubicBezTo>
                    <a:pt x="8230" y="0"/>
                    <a:pt x="0" y="7544"/>
                    <a:pt x="0" y="17831"/>
                  </a:cubicBezTo>
                  <a:lnTo>
                    <a:pt x="0" y="73381"/>
                  </a:lnTo>
                </a:path>
              </a:pathLst>
            </a:custGeom>
            <a:noFill/>
            <a:ln w="13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60"/>
                <a:buFont typeface="Play"/>
                <a:buNone/>
              </a:pPr>
              <a:endParaRPr sz="216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11550993" y="3017125"/>
              <a:ext cx="219456" cy="219456"/>
            </a:xfrm>
            <a:custGeom>
              <a:avLst/>
              <a:gdLst/>
              <a:ahLst/>
              <a:cxnLst/>
              <a:rect l="l" t="t" r="r" b="b"/>
              <a:pathLst>
                <a:path w="219456" h="219456" extrusionOk="0">
                  <a:moveTo>
                    <a:pt x="205740" y="219456"/>
                  </a:moveTo>
                  <a:lnTo>
                    <a:pt x="13716" y="219456"/>
                  </a:lnTo>
                  <a:cubicBezTo>
                    <a:pt x="6172" y="219456"/>
                    <a:pt x="0" y="213284"/>
                    <a:pt x="0" y="205740"/>
                  </a:cubicBezTo>
                  <a:lnTo>
                    <a:pt x="0" y="13716"/>
                  </a:lnTo>
                  <a:cubicBezTo>
                    <a:pt x="0" y="6172"/>
                    <a:pt x="6172" y="0"/>
                    <a:pt x="13716" y="0"/>
                  </a:cubicBezTo>
                  <a:lnTo>
                    <a:pt x="205740" y="0"/>
                  </a:lnTo>
                  <a:cubicBezTo>
                    <a:pt x="213284" y="0"/>
                    <a:pt x="219456" y="6172"/>
                    <a:pt x="219456" y="13716"/>
                  </a:cubicBezTo>
                  <a:lnTo>
                    <a:pt x="219456" y="205740"/>
                  </a:lnTo>
                  <a:cubicBezTo>
                    <a:pt x="219456" y="213284"/>
                    <a:pt x="213284" y="219456"/>
                    <a:pt x="205740" y="219456"/>
                  </a:cubicBezTo>
                  <a:close/>
                </a:path>
              </a:pathLst>
            </a:custGeom>
            <a:noFill/>
            <a:ln w="13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60"/>
                <a:buFont typeface="Play"/>
                <a:buNone/>
              </a:pPr>
              <a:endParaRPr sz="216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11572253" y="2860076"/>
              <a:ext cx="176250" cy="118643"/>
            </a:xfrm>
            <a:custGeom>
              <a:avLst/>
              <a:gdLst/>
              <a:ahLst/>
              <a:cxnLst/>
              <a:rect l="l" t="t" r="r" b="b"/>
              <a:pathLst>
                <a:path w="176250" h="118643" extrusionOk="0">
                  <a:moveTo>
                    <a:pt x="176251" y="118643"/>
                  </a:moveTo>
                  <a:lnTo>
                    <a:pt x="176251" y="17831"/>
                  </a:lnTo>
                  <a:cubicBezTo>
                    <a:pt x="176251" y="8230"/>
                    <a:pt x="168707" y="0"/>
                    <a:pt x="158420" y="0"/>
                  </a:cubicBezTo>
                  <a:lnTo>
                    <a:pt x="17831" y="0"/>
                  </a:lnTo>
                  <a:cubicBezTo>
                    <a:pt x="8230" y="0"/>
                    <a:pt x="0" y="7544"/>
                    <a:pt x="0" y="17831"/>
                  </a:cubicBezTo>
                  <a:lnTo>
                    <a:pt x="0" y="118643"/>
                  </a:lnTo>
                </a:path>
              </a:pathLst>
            </a:custGeom>
            <a:noFill/>
            <a:ln w="13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60"/>
                <a:buFont typeface="Play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11592827" y="2740747"/>
              <a:ext cx="132359" cy="73380"/>
            </a:xfrm>
            <a:custGeom>
              <a:avLst/>
              <a:gdLst/>
              <a:ahLst/>
              <a:cxnLst/>
              <a:rect l="l" t="t" r="r" b="b"/>
              <a:pathLst>
                <a:path w="132359" h="73380" extrusionOk="0">
                  <a:moveTo>
                    <a:pt x="132359" y="73381"/>
                  </a:moveTo>
                  <a:lnTo>
                    <a:pt x="132359" y="17831"/>
                  </a:lnTo>
                  <a:cubicBezTo>
                    <a:pt x="132359" y="8230"/>
                    <a:pt x="124816" y="0"/>
                    <a:pt x="114529" y="0"/>
                  </a:cubicBezTo>
                  <a:lnTo>
                    <a:pt x="17831" y="0"/>
                  </a:lnTo>
                  <a:cubicBezTo>
                    <a:pt x="8230" y="0"/>
                    <a:pt x="0" y="7544"/>
                    <a:pt x="0" y="17831"/>
                  </a:cubicBezTo>
                  <a:lnTo>
                    <a:pt x="0" y="73381"/>
                  </a:lnTo>
                </a:path>
              </a:pathLst>
            </a:custGeom>
            <a:noFill/>
            <a:ln w="13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60"/>
                <a:buFont typeface="Play"/>
                <a:buNone/>
              </a:pPr>
              <a:endParaRPr sz="216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pic>
        <p:nvPicPr>
          <p:cNvPr id="144" name="Google Shape;144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4571" y="2082954"/>
            <a:ext cx="1540488" cy="17801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62BA791-79E7-0D16-FB8A-43F0A9EEB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Did you hear about Valkey?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Valkey </a:t>
            </a:r>
            <a:r>
              <a:rPr lang="en-US" dirty="0"/>
              <a:t>Contributions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350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Improved vertical scaling with new I/O threading architecture</a:t>
            </a:r>
          </a:p>
          <a:p>
            <a:pPr marL="457200" marR="0" lvl="0" indent="-350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350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Implemented support for full text search indices</a:t>
            </a:r>
            <a:endParaRPr lang="en-US" sz="2400" b="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668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</a:pPr>
            <a:endParaRPr lang="en-US" sz="2400" b="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350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r>
              <a:rPr lang="en-US" sz="2400" b="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Added support for hybrid indices, allowing for both vector and full text queries</a:t>
            </a:r>
            <a:endParaRPr sz="2400" b="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350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endParaRPr lang="en-US" sz="2400" b="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350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r>
              <a:rPr lang="en-US" sz="2400" b="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Added support for bloom filters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as new data type</a:t>
            </a:r>
            <a:endParaRPr sz="2400" b="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299E6-FC69-AD39-593E-D0D122ABE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57656-0436-3032-1C25-FD004E152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Valkey </a:t>
            </a:r>
            <a:r>
              <a:rPr lang="en-US" dirty="0"/>
              <a:t>contributions</a:t>
            </a:r>
            <a:endParaRPr dirty="0"/>
          </a:p>
        </p:txBody>
      </p:sp>
      <p:graphicFrame>
        <p:nvGraphicFramePr>
          <p:cNvPr id="4" name="Chart 1">
            <a:extLst>
              <a:ext uri="{FF2B5EF4-FFF2-40B4-BE49-F238E27FC236}">
                <a16:creationId xmlns:a16="http://schemas.microsoft.com/office/drawing/2014/main" id="{576EC5CA-6660-A854-4B66-CED7DF712F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4110837"/>
              </p:ext>
            </p:extLst>
          </p:nvPr>
        </p:nvGraphicFramePr>
        <p:xfrm>
          <a:off x="1571637" y="1153639"/>
          <a:ext cx="8856414" cy="4935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1782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8731F-64AD-8C0B-EAD1-A286AA87A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6678ED-190A-216D-354C-6760FE6B1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830" y="2616470"/>
            <a:ext cx="10184385" cy="1625060"/>
          </a:xfrm>
        </p:spPr>
        <p:txBody>
          <a:bodyPr/>
          <a:lstStyle/>
          <a:p>
            <a:r>
              <a:rPr lang="en-US" sz="4800" dirty="0"/>
              <a:t>Amazon </a:t>
            </a:r>
            <a:r>
              <a:rPr lang="en-US" sz="4800" dirty="0" err="1"/>
              <a:t>ElastiCache</a:t>
            </a:r>
            <a:r>
              <a:rPr lang="en-US" sz="4800" dirty="0"/>
              <a:t> for Valkey 9.0</a:t>
            </a:r>
            <a:br>
              <a:rPr lang="en-US" sz="4800" dirty="0"/>
            </a:br>
            <a:r>
              <a:rPr lang="en-US" sz="4800" dirty="0"/>
              <a:t>Generally Available</a:t>
            </a:r>
          </a:p>
        </p:txBody>
      </p:sp>
    </p:spTree>
    <p:extLst>
      <p:ext uri="{BB962C8B-B14F-4D97-AF65-F5344CB8AC3E}">
        <p14:creationId xmlns:p14="http://schemas.microsoft.com/office/powerpoint/2010/main" val="3634443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71537-4C41-4017-7FA4-8BB2B65B6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C490F-0935-5BF1-A4A3-660EB211D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source security contributions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FFC0EFA-5849-EA8E-447D-A9481DDE3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45931"/>
            <a:ext cx="11062800" cy="2660243"/>
          </a:xfrm>
        </p:spPr>
        <p:txBody>
          <a:bodyPr/>
          <a:lstStyle/>
          <a:p>
            <a:pPr indent="-350520">
              <a:buClr>
                <a:schemeClr val="accent1"/>
              </a:buClr>
              <a:buSzPts val="1920"/>
              <a:buFont typeface="Play"/>
              <a:buChar char="►"/>
            </a:pPr>
            <a:r>
              <a:rPr lang="en-US" sz="2400" b="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RDS Red Team: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Security Engineers aka Hackers in Residence </a:t>
            </a:r>
          </a:p>
          <a:p>
            <a:pPr marL="106680" indent="0">
              <a:buClr>
                <a:schemeClr val="accent1"/>
              </a:buClr>
              <a:buSzPts val="1920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-350520">
              <a:buClr>
                <a:schemeClr val="accent1"/>
              </a:buClr>
              <a:buSzPts val="1920"/>
              <a:buFont typeface="Play"/>
              <a:buChar char="►"/>
            </a:pP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 Security Honeypot for MySQL and PostgreSQL: protecting databases from ransomware attacks – Learn more on Thursday</a:t>
            </a:r>
            <a:endParaRPr lang="en-US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6680" lvl="0" indent="0">
              <a:buClr>
                <a:schemeClr val="accent1"/>
              </a:buClr>
              <a:buSzPts val="1920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350520">
              <a:buClr>
                <a:schemeClr val="accent1"/>
              </a:buClr>
              <a:buSzPts val="1920"/>
              <a:buFont typeface="Play"/>
              <a:buChar char="►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Contribute the security findings to opensource / community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7F9E401-C901-2F3B-6CC5-00ECE5D3FF81}"/>
              </a:ext>
            </a:extLst>
          </p:cNvPr>
          <p:cNvSpPr txBox="1">
            <a:spLocks/>
          </p:cNvSpPr>
          <p:nvPr/>
        </p:nvSpPr>
        <p:spPr>
          <a:xfrm>
            <a:off x="802216" y="4048449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entury Gothic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MySQL/MariaDB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E759B7D-CFA6-4AFB-4114-1AADD2387949}"/>
              </a:ext>
            </a:extLst>
          </p:cNvPr>
          <p:cNvSpPr txBox="1">
            <a:spLocks/>
          </p:cNvSpPr>
          <p:nvPr/>
        </p:nvSpPr>
        <p:spPr>
          <a:xfrm>
            <a:off x="802216" y="4467549"/>
            <a:ext cx="3302000" cy="19050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entury Gothic"/>
              <a:defRPr sz="1400" b="0" i="0" u="none" strike="noStrike" cap="none">
                <a:solidFill>
                  <a:srgbClr val="000000"/>
                </a:solidFill>
                <a:latin typeface="+mn-lt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entury Gothic"/>
              <a:defRPr sz="1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entury Gothic"/>
              <a:defRPr sz="1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entury Gothic"/>
              <a:defRPr sz="1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entury Gothic"/>
              <a:defRPr sz="1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entury Gothic"/>
              <a:defRPr sz="1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entury Gothic"/>
              <a:defRPr sz="1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entury Gothic"/>
              <a:defRPr sz="1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entury Gothic"/>
              <a:defRPr sz="1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   CVE-2023-21980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   CVE-2024-21096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   CVE-2025-30722</a:t>
            </a:r>
          </a:p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3A1A345-641C-BBA2-C275-4E891C1C5998}"/>
              </a:ext>
            </a:extLst>
          </p:cNvPr>
          <p:cNvSpPr txBox="1">
            <a:spLocks/>
          </p:cNvSpPr>
          <p:nvPr/>
        </p:nvSpPr>
        <p:spPr>
          <a:xfrm>
            <a:off x="4489450" y="4048449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entury Gothic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8887CDF0-5240-D5B0-CC3E-6FDC541FFBFE}"/>
              </a:ext>
            </a:extLst>
          </p:cNvPr>
          <p:cNvSpPr txBox="1">
            <a:spLocks/>
          </p:cNvSpPr>
          <p:nvPr/>
        </p:nvSpPr>
        <p:spPr>
          <a:xfrm>
            <a:off x="4489450" y="4467549"/>
            <a:ext cx="3302000" cy="19050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entury Gothic"/>
              <a:defRPr sz="1400" b="0" i="0" u="none" strike="noStrike" cap="none">
                <a:solidFill>
                  <a:srgbClr val="000000"/>
                </a:solidFill>
                <a:latin typeface="+mn-lt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entury Gothic"/>
              <a:defRPr sz="1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entury Gothic"/>
              <a:defRPr sz="1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entury Gothic"/>
              <a:defRPr sz="1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entury Gothic"/>
              <a:defRPr sz="1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entury Gothic"/>
              <a:defRPr sz="1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entury Gothic"/>
              <a:defRPr sz="1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entury Gothic"/>
              <a:defRPr sz="1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entury Gothic"/>
              <a:defRPr sz="1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CVE-2025-8714</a:t>
            </a:r>
          </a:p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18B30D6-FFE4-C646-95DB-CB7F2F5ACBB5}"/>
              </a:ext>
            </a:extLst>
          </p:cNvPr>
          <p:cNvSpPr txBox="1">
            <a:spLocks/>
          </p:cNvSpPr>
          <p:nvPr/>
        </p:nvSpPr>
        <p:spPr>
          <a:xfrm>
            <a:off x="8176683" y="4048449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entury Gothic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Valkey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26371E05-5031-C67D-EBE9-9A5CDD9CC79E}"/>
              </a:ext>
            </a:extLst>
          </p:cNvPr>
          <p:cNvSpPr txBox="1">
            <a:spLocks/>
          </p:cNvSpPr>
          <p:nvPr/>
        </p:nvSpPr>
        <p:spPr>
          <a:xfrm>
            <a:off x="8176683" y="4467549"/>
            <a:ext cx="3302000" cy="19050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entury Gothic"/>
              <a:defRPr sz="1400" b="0" i="0" u="none" strike="noStrike" cap="none">
                <a:solidFill>
                  <a:srgbClr val="000000"/>
                </a:solidFill>
                <a:latin typeface="+mn-lt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entury Gothic"/>
              <a:defRPr sz="1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entury Gothic"/>
              <a:defRPr sz="1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entury Gothic"/>
              <a:defRPr sz="1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entury Gothic"/>
              <a:defRPr sz="1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entury Gothic"/>
              <a:defRPr sz="1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entury Gothic"/>
              <a:defRPr sz="1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entury Gothic"/>
              <a:defRPr sz="1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entury Gothic"/>
              <a:defRPr sz="1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CVE-2026-21864</a:t>
            </a:r>
          </a:p>
        </p:txBody>
      </p:sp>
    </p:spTree>
    <p:extLst>
      <p:ext uri="{BB962C8B-B14F-4D97-AF65-F5344CB8AC3E}">
        <p14:creationId xmlns:p14="http://schemas.microsoft.com/office/powerpoint/2010/main" val="258606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E2545-D06D-9EE6-A744-5854786A6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58F01-31E6-9589-4A4F-A21F76845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Improving integrations between databases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8D92FDC-6F3B-B8B5-06C6-3AC0AC7A5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3585" y="1235633"/>
            <a:ext cx="8884829" cy="4405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18BD8F-17BB-727A-D174-8F029BBEFD19}"/>
              </a:ext>
            </a:extLst>
          </p:cNvPr>
          <p:cNvSpPr txBox="1"/>
          <p:nvPr/>
        </p:nvSpPr>
        <p:spPr>
          <a:xfrm>
            <a:off x="1974015" y="6033444"/>
            <a:ext cx="85830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aws.amazon.com</a:t>
            </a:r>
            <a:r>
              <a:rPr lang="en-US" dirty="0"/>
              <a:t>/about-</a:t>
            </a:r>
            <a:r>
              <a:rPr lang="en-US" dirty="0" err="1"/>
              <a:t>aws</a:t>
            </a:r>
            <a:r>
              <a:rPr lang="en-US" dirty="0"/>
              <a:t>/</a:t>
            </a:r>
            <a:r>
              <a:rPr lang="en-US" dirty="0" err="1"/>
              <a:t>whats</a:t>
            </a:r>
            <a:r>
              <a:rPr lang="en-US" dirty="0"/>
              <a:t>-new/2026/03/</a:t>
            </a:r>
            <a:r>
              <a:rPr lang="en-US" dirty="0" err="1"/>
              <a:t>aws</a:t>
            </a:r>
            <a:r>
              <a:rPr lang="en-US" dirty="0"/>
              <a:t>-</a:t>
            </a:r>
            <a:r>
              <a:rPr lang="en-US" dirty="0" err="1"/>
              <a:t>jdbc</a:t>
            </a:r>
            <a:r>
              <a:rPr lang="en-US" dirty="0"/>
              <a:t>-caching-with-</a:t>
            </a:r>
            <a:r>
              <a:rPr lang="en-US" dirty="0" err="1"/>
              <a:t>valkey</a:t>
            </a:r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999958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Contributions enabling AI workloads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350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r>
              <a:rPr sz="2400" b="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pgvector extensions for PostgreSQL</a:t>
            </a:r>
            <a:endParaRPr lang="en-US" sz="2400" b="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350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endParaRPr sz="2400" b="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350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r>
              <a:rPr sz="2400" b="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HNSW optimization for MariaDB Vector</a:t>
            </a:r>
            <a:endParaRPr lang="en-US" sz="2400" b="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350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endParaRPr sz="2400" b="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350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r>
              <a:rPr lang="en-US" sz="2400" b="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 module for Valkey</a:t>
            </a:r>
          </a:p>
          <a:p>
            <a:pPr marL="10668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</a:pPr>
            <a:endParaRPr sz="2400" b="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F7DF2-8D14-B8CA-75D7-AC565DF60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6A67D-A5CC-C65F-4635-64C7D3C71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AWS contributes to the community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C0178-13BC-649F-91D1-52C1367B3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350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r>
              <a:rPr lang="en-US" sz="2400" b="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current with the community</a:t>
            </a:r>
          </a:p>
          <a:p>
            <a:pPr marL="457200" marR="0" lvl="0" indent="-350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endParaRPr sz="2400" b="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350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r>
              <a:rPr lang="en-US" sz="2400" b="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 in the sustainability of projects</a:t>
            </a:r>
          </a:p>
          <a:p>
            <a:pPr marL="457200" marR="0" lvl="0" indent="-350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endParaRPr sz="2400" b="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350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r>
              <a:rPr lang="en-US" sz="2400" b="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innovation upstream</a:t>
            </a:r>
          </a:p>
          <a:p>
            <a:pPr marL="10668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</a:pPr>
            <a:endParaRPr sz="2400" b="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1948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D688C-7445-360C-5644-AA8DCAEAF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E9073A-128C-229E-848F-70073EDD9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830" y="1941677"/>
            <a:ext cx="8718497" cy="960263"/>
          </a:xfrm>
        </p:spPr>
        <p:txBody>
          <a:bodyPr/>
          <a:lstStyle/>
          <a:p>
            <a:pPr algn="l"/>
            <a:r>
              <a:rPr lang="en-US" sz="4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93907C-D69F-5236-FDE8-062E1C7D22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Madelyn Olson</a:t>
            </a:r>
          </a:p>
          <a:p>
            <a:r>
              <a:rPr lang="en-US" dirty="0"/>
              <a:t>Principal engineer</a:t>
            </a:r>
          </a:p>
          <a:p>
            <a:r>
              <a:rPr lang="en-US" dirty="0"/>
              <a:t>AWS</a:t>
            </a:r>
          </a:p>
        </p:txBody>
      </p:sp>
    </p:spTree>
    <p:extLst>
      <p:ext uri="{BB962C8B-B14F-4D97-AF65-F5344CB8AC3E}">
        <p14:creationId xmlns:p14="http://schemas.microsoft.com/office/powerpoint/2010/main" val="422387394"/>
      </p:ext>
    </p:extLst>
  </p:cSld>
  <p:clrMapOvr>
    <a:masterClrMapping/>
  </p:clrMapOvr>
</p:sld>
</file>

<file path=ppt/theme/theme1.xml><?xml version="1.0" encoding="utf-8"?>
<a:theme xmlns:a="http://schemas.openxmlformats.org/drawingml/2006/main" name="AWS AI Holdings">
  <a:themeElements>
    <a:clrScheme name="Valkey">
      <a:dk1>
        <a:srgbClr val="000000"/>
      </a:dk1>
      <a:lt1>
        <a:srgbClr val="FFFFFF"/>
      </a:lt1>
      <a:dk2>
        <a:srgbClr val="232F3E"/>
      </a:dk2>
      <a:lt2>
        <a:srgbClr val="F1F3F3"/>
      </a:lt2>
      <a:accent1>
        <a:srgbClr val="6983FF"/>
      </a:accent1>
      <a:accent2>
        <a:srgbClr val="1A2026"/>
      </a:accent2>
      <a:accent3>
        <a:srgbClr val="632637"/>
      </a:accent3>
      <a:accent4>
        <a:srgbClr val="30176E"/>
      </a:accent4>
      <a:accent5>
        <a:srgbClr val="BCB5E7"/>
      </a:accent5>
      <a:accent6>
        <a:srgbClr val="FBD8BF"/>
      </a:accent6>
      <a:hlink>
        <a:srgbClr val="6983FF"/>
      </a:hlink>
      <a:folHlink>
        <a:srgbClr val="6983FF"/>
      </a:folHlink>
    </a:clrScheme>
    <a:fontScheme name="Office">
      <a:majorFont>
        <a:latin typeface="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WS AI Holdings">
  <a:themeElements>
    <a:clrScheme name="Valkey">
      <a:dk1>
        <a:srgbClr val="000000"/>
      </a:dk1>
      <a:lt1>
        <a:srgbClr val="FFFFFF"/>
      </a:lt1>
      <a:dk2>
        <a:srgbClr val="232F3E"/>
      </a:dk2>
      <a:lt2>
        <a:srgbClr val="F1F3F3"/>
      </a:lt2>
      <a:accent1>
        <a:srgbClr val="6983FF"/>
      </a:accent1>
      <a:accent2>
        <a:srgbClr val="1A2026"/>
      </a:accent2>
      <a:accent3>
        <a:srgbClr val="632637"/>
      </a:accent3>
      <a:accent4>
        <a:srgbClr val="30176E"/>
      </a:accent4>
      <a:accent5>
        <a:srgbClr val="BCB5E7"/>
      </a:accent5>
      <a:accent6>
        <a:srgbClr val="FBD8BF"/>
      </a:accent6>
      <a:hlink>
        <a:srgbClr val="6983FF"/>
      </a:hlink>
      <a:folHlink>
        <a:srgbClr val="6983FF"/>
      </a:folHlink>
    </a:clrScheme>
    <a:fontScheme name="Office">
      <a:majorFont>
        <a:latin typeface="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rgbClr val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Office">
      <a:majorFont>
        <a:latin typeface="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5B36DA1-2539-AA46-9853-286E991B265F}">
  <we:reference id="3d2b7d21-fda6-4380-b3d4-39ac6c78a05c" version="1.0.1.6" store="EXCatalog" storeType="EXCatalog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16990</TotalTime>
  <Words>986</Words>
  <Application>Microsoft Macintosh PowerPoint</Application>
  <PresentationFormat>Widescreen</PresentationFormat>
  <Paragraphs>163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Consolas</vt:lpstr>
      <vt:lpstr>Play</vt:lpstr>
      <vt:lpstr>Century Gothic</vt:lpstr>
      <vt:lpstr>AmazonEmberBold</vt:lpstr>
      <vt:lpstr>Amazon Ember</vt:lpstr>
      <vt:lpstr>AWS AI Holdings</vt:lpstr>
      <vt:lpstr>AWS AI Holdings</vt:lpstr>
      <vt:lpstr>AWS and the Open Source Database Community</vt:lpstr>
      <vt:lpstr>PowerPoint Presentation</vt:lpstr>
      <vt:lpstr>PowerPoint Presentation</vt:lpstr>
      <vt:lpstr>PostgreSQL Contributions</vt:lpstr>
      <vt:lpstr>PostgreSQL Contributions</vt:lpstr>
      <vt:lpstr>MariaDB Contributions</vt:lpstr>
      <vt:lpstr>MySQL Contributions</vt:lpstr>
      <vt:lpstr>MariaDB and MySQL contributions</vt:lpstr>
      <vt:lpstr>Amazon Aurora MySQL 8.4
Generally Available</vt:lpstr>
      <vt:lpstr>Aurora MySQL Release Objectives</vt:lpstr>
      <vt:lpstr>Did you hear about Valkey?</vt:lpstr>
      <vt:lpstr>Valkey Contributions</vt:lpstr>
      <vt:lpstr>Valkey contributions</vt:lpstr>
      <vt:lpstr>Amazon ElastiCache for Valkey 9.0 Generally Available</vt:lpstr>
      <vt:lpstr>Open source security contributions</vt:lpstr>
      <vt:lpstr>Improving integrations between databases</vt:lpstr>
      <vt:lpstr>Contributions enabling AI workloads</vt:lpstr>
      <vt:lpstr>How AWS contributes to the community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Olson, Madelyn</dc:creator>
  <cp:lastModifiedBy>Olson, Madelyn</cp:lastModifiedBy>
  <cp:revision>67</cp:revision>
  <dcterms:created xsi:type="dcterms:W3CDTF">2025-04-15T18:05:46Z</dcterms:created>
  <dcterms:modified xsi:type="dcterms:W3CDTF">2026-05-27T18:23:23Z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2025-10-13T18:50:11Z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b81c3afb-3afe-4c07-b9bf-69177ff0e214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